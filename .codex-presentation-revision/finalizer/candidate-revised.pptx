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8286fb70474615" /><Relationship Type="http://schemas.openxmlformats.org/officeDocument/2006/relationships/extended-properties" Target="/docProps/app.xml" Id="R31eea9ac65604f16" /><Relationship Type="http://schemas.openxmlformats.org/officeDocument/2006/relationships/officeDocument" Target="/ppt/presentation.xml" Id="Rcf57dfcc4f6d4911" /></Relationships>
</file>

<file path=ppt/presentation.xml><?xml version="1.0" encoding="utf-8"?>
<p:presentation xmlns:p="http://schemas.openxmlformats.org/presentationml/2006/main">
  <p:sldMasterIdLst>
    <p:sldMasterId xmlns:r="http://schemas.openxmlformats.org/officeDocument/2006/relationships" id="2147483648" r:id="Reeef06e0716b4386"/>
  </p:sldMasterIdLst>
  <p:notesMasterIdLst>
    <p:notesMasterId xmlns:r="http://schemas.openxmlformats.org/officeDocument/2006/relationships" r:id="Rde89d355e72a4181"/>
  </p:notesMasterIdLst>
  <p:sldIdLst>
    <p:sldId xmlns:r="http://schemas.openxmlformats.org/officeDocument/2006/relationships" id="256" r:id="R524b43b190d341af"/>
    <p:sldId xmlns:r="http://schemas.openxmlformats.org/officeDocument/2006/relationships" id="257" r:id="R7dab48d606a94103"/>
    <p:sldId xmlns:r="http://schemas.openxmlformats.org/officeDocument/2006/relationships" id="258" r:id="Re55aa7b720814423"/>
    <p:sldId xmlns:r="http://schemas.openxmlformats.org/officeDocument/2006/relationships" id="259" r:id="R7a94120dd8e74def"/>
    <p:sldId xmlns:r="http://schemas.openxmlformats.org/officeDocument/2006/relationships" id="260" r:id="R293be314b5314dc6"/>
    <p:sldId xmlns:r="http://schemas.openxmlformats.org/officeDocument/2006/relationships" id="261" r:id="Rb5147c09497842a0"/>
    <p:sldId xmlns:r="http://schemas.openxmlformats.org/officeDocument/2006/relationships" id="262" r:id="Ra36c06a9668841d5"/>
    <p:sldId xmlns:r="http://schemas.openxmlformats.org/officeDocument/2006/relationships" id="263" r:id="R330b850416a0482f"/>
    <p:sldId xmlns:r="http://schemas.openxmlformats.org/officeDocument/2006/relationships" id="264" r:id="R6c26cdb5f5f04572"/>
    <p:sldId xmlns:r="http://schemas.openxmlformats.org/officeDocument/2006/relationships" id="265" r:id="Ra48bb8d611c54060"/>
    <p:sldId xmlns:r="http://schemas.openxmlformats.org/officeDocument/2006/relationships" id="266" r:id="R5b4de12f597b40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ce42a94a734f4d" /><Relationship Type="http://schemas.openxmlformats.org/officeDocument/2006/relationships/slideMaster" Target="/ppt/slideMasters/slideMaster1.xml" Id="Reeef06e0716b4386" /><Relationship Type="http://schemas.openxmlformats.org/officeDocument/2006/relationships/notesMaster" Target="/ppt/notesMasters/notesMaster1.xml" Id="Rde89d355e72a4181" /><Relationship Type="http://schemas.openxmlformats.org/officeDocument/2006/relationships/presProps" Target="/ppt/presProps.xml" Id="Rad967d82ec9f4945" /><Relationship Type="http://schemas.openxmlformats.org/officeDocument/2006/relationships/tableStyles" Target="/ppt/tableStyles.xml" Id="R422e5784e6514c49" /><Relationship Type="http://schemas.openxmlformats.org/officeDocument/2006/relationships/slide" Target="/ppt/slides/slide1.xml" Id="R524b43b190d341af" /><Relationship Type="http://schemas.openxmlformats.org/officeDocument/2006/relationships/slide" Target="/ppt/slides/slide2.xml" Id="R7dab48d606a94103" /><Relationship Type="http://schemas.openxmlformats.org/officeDocument/2006/relationships/slide" Target="/ppt/slides/slide3.xml" Id="Re55aa7b720814423" /><Relationship Type="http://schemas.openxmlformats.org/officeDocument/2006/relationships/slide" Target="/ppt/slides/slide4.xml" Id="R7a94120dd8e74def" /><Relationship Type="http://schemas.openxmlformats.org/officeDocument/2006/relationships/slide" Target="/ppt/slides/slide5.xml" Id="R293be314b5314dc6" /><Relationship Type="http://schemas.openxmlformats.org/officeDocument/2006/relationships/slide" Target="/ppt/slides/slide6.xml" Id="Rb5147c09497842a0" /><Relationship Type="http://schemas.openxmlformats.org/officeDocument/2006/relationships/slide" Target="/ppt/slides/slide7.xml" Id="Ra36c06a9668841d5" /><Relationship Type="http://schemas.openxmlformats.org/officeDocument/2006/relationships/slide" Target="/ppt/slides/slide8.xml" Id="R330b850416a0482f" /><Relationship Type="http://schemas.openxmlformats.org/officeDocument/2006/relationships/slide" Target="/ppt/slides/slide9.xml" Id="R6c26cdb5f5f04572" /><Relationship Type="http://schemas.openxmlformats.org/officeDocument/2006/relationships/slide" Target="/ppt/slides/slide10.xml" Id="Ra48bb8d611c54060" /><Relationship Type="http://schemas.openxmlformats.org/officeDocument/2006/relationships/slide" Target="/ppt/slides/slide11.xml" Id="R5b4de12f597b40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f585c0551a49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bf86432fa649bd" /><Relationship Type="http://schemas.openxmlformats.org/officeDocument/2006/relationships/notesMaster" Target="/ppt/notesMasters/notesMaster1.xml" Id="R1a24461e72274d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0b547721614ef4" /><Relationship Type="http://schemas.openxmlformats.org/officeDocument/2006/relationships/notesMaster" Target="/ppt/notesMasters/notesMaster1.xml" Id="R000072e9ad3e40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71b4a90f3344cf" /><Relationship Type="http://schemas.openxmlformats.org/officeDocument/2006/relationships/notesMaster" Target="/ppt/notesMasters/notesMaster1.xml" Id="Rc440dd489be74d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37e57853af49f9" /><Relationship Type="http://schemas.openxmlformats.org/officeDocument/2006/relationships/notesMaster" Target="/ppt/notesMasters/notesMaster1.xml" Id="R5cc48782da3e45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d0b011b8fe40dd" /><Relationship Type="http://schemas.openxmlformats.org/officeDocument/2006/relationships/notesMaster" Target="/ppt/notesMasters/notesMaster1.xml" Id="Ree35e8a0883846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b8552372d14a2a" /><Relationship Type="http://schemas.openxmlformats.org/officeDocument/2006/relationships/notesMaster" Target="/ppt/notesMasters/notesMaster1.xml" Id="Rf9a151afad0e46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dabcc0c8844091" /><Relationship Type="http://schemas.openxmlformats.org/officeDocument/2006/relationships/notesMaster" Target="/ppt/notesMasters/notesMaster1.xml" Id="R5805771c221948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e4b2387b644c2f" /><Relationship Type="http://schemas.openxmlformats.org/officeDocument/2006/relationships/notesMaster" Target="/ppt/notesMasters/notesMaster1.xml" Id="R49c1d4aadc7545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4daf3ad60a4037" /><Relationship Type="http://schemas.openxmlformats.org/officeDocument/2006/relationships/notesMaster" Target="/ppt/notesMasters/notesMaster1.xml" Id="R9cebebd415184f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6536a7913d4bae" /><Relationship Type="http://schemas.openxmlformats.org/officeDocument/2006/relationships/notesMaster" Target="/ppt/notesMasters/notesMaster1.xml" Id="R083b073c296b4d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bd397b7ffb42e4" /><Relationship Type="http://schemas.openxmlformats.org/officeDocument/2006/relationships/notesMaster" Target="/ppt/notesMasters/notesMaster1.xml" Id="R5c8554ddf7f942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current enemy AI in RGB. The system combines an arena-level coordinator with autonomous enemy actors. The newest part is arena-driven pressure tuning, where puzzle progress changes selected AI attributes while the encounter is running.</a:t>
            </a:r>
          </a:p>
          <a:p xmlns:a="http://schemas.openxmlformats.org/drawingml/2006/main">
            <a:r>
              <a:t/>
            </a:r>
          </a:p>
          <a:p xmlns:a="http://schemas.openxmlformats.org/drawingml/2006/main">
            <a:r>
              <a:t>Source: ENEMY_AI_SYSTEM_EXPLAINED.txt (overview and arena-driven pressure 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problem is coordination. Independent enemies tend to stack on the player or attack together. RGB keeps individual enemy behavior, but uses shared rules so the group stays readable and fair.</a:t>
            </a:r>
          </a:p>
          <a:p xmlns:a="http://schemas.openxmlformats.org/drawingml/2006/main">
            <a:r>
              <a:t/>
            </a:r>
          </a:p>
          <a:p xmlns:a="http://schemas.openxmlformats.org/drawingml/2006/main">
            <a:r>
              <a:t>Source: ENEMY_AI_SYSTEM_EXPLAINED.txt (overview and coordination).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two decision levels. Arena Control owns progress, tuning and lifecycle. Its coordinator component makes group decisions such as who may attack. Each enemy actor then executes its own local behavior. This is centralized coordination with decentralized execution.</a:t>
            </a:r>
          </a:p>
          <a:p xmlns:a="http://schemas.openxmlformats.org/drawingml/2006/main">
            <a:r>
              <a:t/>
            </a:r>
          </a:p>
          <a:p xmlns:a="http://schemas.openxmlformats.org/drawingml/2006/main">
            <a:r>
              <a:t>Source: ENEMY_AI_SYSTEM_EXPLAINED.txt (sections 1 and 4, plus arena-driven pressure 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new system. Arena completion is normalized from zero to one. Each FRGBProgressValue contains a value at no progress, a value near completion and an optional response curve. Arena Control evaluates those profiles and applies the result to coordination and each enemy type. If puzzle progress drops, the pressure values drop as well. This is a good point to begin the live demo.</a:t>
            </a:r>
          </a:p>
          <a:p xmlns:a="http://schemas.openxmlformats.org/drawingml/2006/main">
            <a:r>
              <a:t/>
            </a:r>
          </a:p>
          <a:p xmlns:a="http://schemas.openxmlformats.org/drawingml/2006/main">
            <a:r>
              <a:t>Source: ENEMY_AI_SYSTEM_EXPLAINED.txt (arena-driven pressure 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coordinator first filters enemies by threat eligibility. Ground enemies need suitable ground, sight and a locally clear direction. Flyers need sight. Teleporters need the same combat level, horizontal range and no active teleport. Ready attacks receive priority, followed by committed roles and distance. If progress lowers the budget, attacks already running may finish.</a:t>
            </a:r>
          </a:p>
          <a:p xmlns:a="http://schemas.openxmlformats.org/drawingml/2006/main">
            <a:r>
              <a:t/>
            </a:r>
          </a:p>
          <a:p xmlns:a="http://schemas.openxmlformats.org/drawingml/2006/main">
            <a:r>
              <a:t>Source: ENEMY_AI_SYSTEM_EXPLAINED.txt (arena-driven pressure profiles, coordination).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ground enemy uses explicit action states and collision queries. Patrol direction changes at random intervals, while wall and ledge probes keep movement safe. Pursuit requires range, similar height and line of sight. There is no separate attack preparation delay now. The montage starts immediately, and the authored AttackHitDelay remains the damage moment.</a:t>
            </a:r>
          </a:p>
          <a:p xmlns:a="http://schemas.openxmlformats.org/drawingml/2006/main">
            <a:r>
              <a:t/>
            </a:r>
          </a:p>
          <a:p xmlns:a="http://schemas.openxmlformats.org/drawingml/2006/main">
            <a:r>
              <a:t>Source: ENEMY_AI_SYSTEM_EXPLAINED.txt (ground profile and sections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arena tuning enabled, Arena Control owns the teleporter's Target Points. The enemy filters invalid destinations, scores the rest using randomness and danger near the player, reserves the winner and validates it again after the charge. The AoE can only start on the same combat level and within horizontal range. Damage still requires the real X/Z AoE radius.</a:t>
            </a:r>
          </a:p>
          <a:p xmlns:a="http://schemas.openxmlformats.org/drawingml/2006/main">
            <a:r>
              <a:t/>
            </a:r>
          </a:p>
          <a:p xmlns:a="http://schemas.openxmlformats.org/drawingml/2006/main">
            <a:r>
              <a:t>Source: ENEMY_AI_SYSTEM_EXPLAINED.txt (teleporter profile and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flyer combines pursuit, separation and obstacle avoidance into a desired direction. It accelerates toward the desired velocity, uses collision sweeps and slides along surfaces. Arena profiles can adjust speed, acceleration, tracking, separation and probe distance as progress changes. The camera zone still constrains the full capsule.</a:t>
            </a:r>
          </a:p>
          <a:p xmlns:a="http://schemas.openxmlformats.org/drawingml/2006/main">
            <a:r>
              <a:t/>
            </a:r>
          </a:p>
          <a:p xmlns:a="http://schemas.openxmlformats.org/drawingml/2006/main">
            <a:r>
              <a:t>Source: ENEMY_AI_SYSTEM_EXPLAINED.txt (flying profile and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matching color hit reduces health. Elimination switches the enemy to Disabled, releases shared permissions and broadcasts an event. A grounded enemy can transfer color to its platform. The arena now hides and deactivates the configured actor, then restores that same instance later. This preserves placed and Blueprint-specific settings across respawn and reset.</a:t>
            </a:r>
          </a:p>
          <a:p xmlns:a="http://schemas.openxmlformats.org/drawingml/2006/main">
            <a:r>
              <a:t/>
            </a:r>
          </a:p>
          <a:p xmlns:a="http://schemas.openxmlformats.org/drawingml/2006/main">
            <a:r>
              <a:t>Source: ENEMY_AI_SYSTEM_EXPLAINED.txt (sections 9–10 and arena lifecycle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Unreal-MAP was considered as a multi-agent reinforcement-learning workflow. It could support automated training, but RGB would need observations, actions, rewards, episode reset and an external Python pipeline. The current deterministic C++ system was already working and remained easier to debug and tune within the available scope.</a:t>
            </a:r>
          </a:p>
          <a:p xmlns:a="http://schemas.openxmlformats.org/drawingml/2006/main">
            <a:r>
              <a:t/>
            </a:r>
          </a:p>
          <a:p xmlns:a="http://schemas.openxmlformats.org/drawingml/2006/main">
            <a:r>
              <a:t>Source: ENEMY_AI_SYSTEM_EXPLAINED.txt (section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updated RGB.ArenaAI automation suite passed five tests with no failures or skips. Those tests cover deterministic rules and lifecycle regressions. The documentation also records that visual PIE verification is still pending for movement feel, animation timing, two-arena wiring and final pressure tuning. Current design limits include no global platform navigation and no puzzle-aware sabotage decisions.</a:t>
            </a:r>
          </a:p>
          <a:p xmlns:a="http://schemas.openxmlformats.org/drawingml/2006/main">
            <a:r>
              <a:t/>
            </a:r>
          </a:p>
          <a:p xmlns:a="http://schemas.openxmlformats.org/drawingml/2006/main">
            <a:r>
              <a:t>Source: ENEMY_AI_SYSTEM_EXPLAINED.txt (AI coordination test checklist and section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c4978c111449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11bd879ac245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a0dd3690c824c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998965106c482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35b2b69be04a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d57fd2972249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1839C9-170A-4020-8D13-1F4C6D039E8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415D1E-6D74-40AF-AC97-EAB1E6C76C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CE2C2F7-F116-4DD5-865E-62D72732AA3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E0069B-F024-47F6-B7E7-4CD0A20E74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0E7CD4-8F40-4D06-B0A1-B70D35C51EB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AEC7CEB-3E4C-4F69-A804-2314497FD5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D8BFBB-D8B5-49EE-B930-2910891447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CAAAD9-1754-4328-92C4-9855380902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1860F7-F1EB-4527-AF72-834A046C72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17FA27-F141-424C-A6BF-347885C827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60cc80cee047bc" /><Relationship Type="http://schemas.openxmlformats.org/officeDocument/2006/relationships/slideLayout" Target="/ppt/slideLayouts/slideLayout1.xml" Id="Rb188d148f08e4272" /><Relationship Type="http://schemas.openxmlformats.org/officeDocument/2006/relationships/slideLayout" Target="/ppt/slideLayouts/slideLayout2.xml" Id="R15c6778de561467e" /><Relationship Type="http://schemas.openxmlformats.org/officeDocument/2006/relationships/slideLayout" Target="/ppt/slideLayouts/slideLayout3.xml" Id="Rc60e30d7d8924463" /><Relationship Type="http://schemas.openxmlformats.org/officeDocument/2006/relationships/slideLayout" Target="/ppt/slideLayouts/slideLayout4.xml" Id="Rf25386315de84a8c" /><Relationship Type="http://schemas.openxmlformats.org/officeDocument/2006/relationships/slideLayout" Target="/ppt/slideLayouts/slideLayout5.xml" Id="R07a5d4fd7c8d485d" /><Relationship Type="http://schemas.openxmlformats.org/officeDocument/2006/relationships/slideLayout" Target="/ppt/slideLayouts/slideLayout6.xml" Id="R7b3f4b9c9a3147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88d148f08e4272"/>
    <p:sldLayoutId xmlns:r="http://schemas.openxmlformats.org/officeDocument/2006/relationships" id="2147483650" r:id="R15c6778de561467e"/>
    <p:sldLayoutId xmlns:r="http://schemas.openxmlformats.org/officeDocument/2006/relationships" id="2147483651" r:id="Rc60e30d7d8924463"/>
    <p:sldLayoutId xmlns:r="http://schemas.openxmlformats.org/officeDocument/2006/relationships" id="2147483652" r:id="Rf25386315de84a8c"/>
    <p:sldLayoutId xmlns:r="http://schemas.openxmlformats.org/officeDocument/2006/relationships" id="2147483653" r:id="R07a5d4fd7c8d485d"/>
    <p:sldLayoutId xmlns:r="http://schemas.openxmlformats.org/officeDocument/2006/relationships" id="2147483654" r:id="R7b3f4b9c9a3147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ebae70228a47e2" /><Relationship Type="http://schemas.openxmlformats.org/officeDocument/2006/relationships/notesSlide" Target="/ppt/notesSlides/notesSlide1.xml" Id="R90bad784c10c46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c2f2bdcd9fc4025" /><Relationship Type="http://schemas.openxmlformats.org/officeDocument/2006/relationships/notesSlide" Target="/ppt/notesSlides/notesSlide2.xml" Id="R89da4152c9244f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424b55d6ad4146" /><Relationship Type="http://schemas.openxmlformats.org/officeDocument/2006/relationships/notesSlide" Target="/ppt/notesSlides/notesSlide3.xml" Id="Rf5281fb96fa040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5c7523d8df4d14" /><Relationship Type="http://schemas.openxmlformats.org/officeDocument/2006/relationships/notesSlide" Target="/ppt/notesSlides/notesSlide4.xml" Id="R1d014e00d7fc4a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bd42ff8f0ba4258" /><Relationship Type="http://schemas.openxmlformats.org/officeDocument/2006/relationships/notesSlide" Target="/ppt/notesSlides/notesSlide5.xml" Id="Rfab4623b998740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b3fe8bee0d4321" /><Relationship Type="http://schemas.openxmlformats.org/officeDocument/2006/relationships/notesSlide" Target="/ppt/notesSlides/notesSlide6.xml" Id="R38552082320d4d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1bd969cdceb4941" /><Relationship Type="http://schemas.openxmlformats.org/officeDocument/2006/relationships/notesSlide" Target="/ppt/notesSlides/notesSlide7.xml" Id="Rd7ca8dc97e2346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560c16f2db46d9" /><Relationship Type="http://schemas.openxmlformats.org/officeDocument/2006/relationships/notesSlide" Target="/ppt/notesSlides/notesSlide8.xml" Id="Rc90262bdd34848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ca11ffe879344ef" /><Relationship Type="http://schemas.openxmlformats.org/officeDocument/2006/relationships/notesSlide" Target="/ppt/notesSlides/notesSlide9.xml" Id="R76fa45b5cb3046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b5b700491684241" /><Relationship Type="http://schemas.openxmlformats.org/officeDocument/2006/relationships/notesSlide" Target="/ppt/notesSlides/notesSlide10.xml" Id="R053d7500e9b747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17e2badcfdb4bd1" /><Relationship Type="http://schemas.openxmlformats.org/officeDocument/2006/relationships/notesSlide" Target="/ppt/notesSlides/notesSlide11.xml" Id="R5201406fc63f4e6a" /></Relationships>
</file>

<file path=ppt/slides/slide1.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2BEC26-FD98-46B6-8C36-D89DA3DE6F3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F34F30-3F3D-4FEA-A1EB-E0ECCB8242DF}"/>
              </a:ext>
            </a:extLst>
          </p:cNvPr>
          <p:cNvSpPr>
            <a:spLocks xmlns:a="http://schemas.openxmlformats.org/drawingml/2006/main" noGrp="1"/>
          </p:cNvSpPr>
          <p:nvPr/>
        </p:nvSpPr>
        <p:spPr>
          <a:xfrm xmlns:a="http://schemas.openxmlformats.org/drawingml/2006/main">
            <a:off x="171450" y="0"/>
            <a:ext cx="171450" cy="68580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A68D1ED-7EA3-4EEC-A937-0901487BD53C}"/>
              </a:ext>
            </a:extLst>
          </p:cNvPr>
          <p:cNvSpPr>
            <a:spLocks xmlns:a="http://schemas.openxmlformats.org/drawingml/2006/main" noGrp="1"/>
          </p:cNvSpPr>
          <p:nvPr/>
        </p:nvSpPr>
        <p:spPr>
          <a:xfrm xmlns:a="http://schemas.openxmlformats.org/drawingml/2006/main">
            <a:off x="342900" y="0"/>
            <a:ext cx="171450" cy="68580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E7CDEFE-0ED3-44F1-9831-26F6D6ECDB48}"/>
              </a:ext>
            </a:extLst>
          </p:cNvPr>
          <p:cNvSpPr>
            <a:spLocks xmlns:a="http://schemas.openxmlformats.org/drawingml/2006/main" noGrp="1"/>
          </p:cNvSpPr>
          <p:nvPr/>
        </p:nvSpPr>
        <p:spPr>
          <a:xfrm xmlns:a="http://schemas.openxmlformats.org/drawingml/2006/main">
            <a:off x="990600" y="1428750"/>
            <a:ext cx="266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809"/>
          </a:bodyPr>
          <a:lstStyle xmlns:a="http://schemas.openxmlformats.org/drawingml/2006/main">
            <a:defPPr>
              <a:defRPr sz="5250" b="1">
                <a:solidFill>
                  <a:srgbClr val="F6F8FC"/>
                </a:solidFill>
                <a:latin typeface="Aptos"/>
                <a:ea typeface="Aptos"/>
                <a:cs typeface="Aptos"/>
              </a:defRPr>
            </a:defPPr>
            <a:lvl1pPr>
              <a:defRPr sz="5250" b="1">
                <a:solidFill>
                  <a:srgbClr val="F6F8FC"/>
                </a:solidFill>
                <a:latin typeface="Aptos"/>
                <a:ea typeface="Aptos"/>
                <a:cs typeface="Aptos"/>
              </a:defRPr>
            </a:lvl1pPr>
            <a:lvl2pPr>
              <a:defRPr sz="5250" b="1">
                <a:solidFill>
                  <a:srgbClr val="F6F8FC"/>
                </a:solidFill>
                <a:latin typeface="Aptos"/>
                <a:ea typeface="Aptos"/>
                <a:cs typeface="Aptos"/>
              </a:defRPr>
            </a:lvl2pPr>
            <a:lvl3pPr>
              <a:defRPr sz="5250" b="1">
                <a:solidFill>
                  <a:srgbClr val="F6F8FC"/>
                </a:solidFill>
                <a:latin typeface="Aptos"/>
                <a:ea typeface="Aptos"/>
                <a:cs typeface="Aptos"/>
              </a:defRPr>
            </a:lvl3pPr>
            <a:lvl4pPr>
              <a:defRPr sz="5250" b="1">
                <a:solidFill>
                  <a:srgbClr val="F6F8FC"/>
                </a:solidFill>
                <a:latin typeface="Aptos"/>
                <a:ea typeface="Aptos"/>
                <a:cs typeface="Aptos"/>
              </a:defRPr>
            </a:lvl4pPr>
            <a:lvl5pPr>
              <a:defRPr sz="5250" b="1">
                <a:solidFill>
                  <a:srgbClr val="F6F8FC"/>
                </a:solidFill>
                <a:latin typeface="Aptos"/>
                <a:ea typeface="Aptos"/>
                <a:cs typeface="Aptos"/>
              </a:defRPr>
            </a:lvl5pPr>
            <a:lvl6pPr>
              <a:defRPr sz="5250" b="1">
                <a:solidFill>
                  <a:srgbClr val="F6F8FC"/>
                </a:solidFill>
                <a:latin typeface="Aptos"/>
                <a:ea typeface="Aptos"/>
                <a:cs typeface="Aptos"/>
              </a:defRPr>
            </a:lvl6pPr>
            <a:lvl7pPr>
              <a:defRPr sz="5250" b="1">
                <a:solidFill>
                  <a:srgbClr val="F6F8FC"/>
                </a:solidFill>
                <a:latin typeface="Aptos"/>
                <a:ea typeface="Aptos"/>
                <a:cs typeface="Aptos"/>
              </a:defRPr>
            </a:lvl7pPr>
            <a:lvl8pPr>
              <a:defRPr sz="5250" b="1">
                <a:solidFill>
                  <a:srgbClr val="F6F8FC"/>
                </a:solidFill>
                <a:latin typeface="Aptos"/>
                <a:ea typeface="Aptos"/>
                <a:cs typeface="Aptos"/>
              </a:defRPr>
            </a:lvl8pPr>
            <a:lvl9pPr>
              <a:defRPr sz="5250" b="1">
                <a:solidFill>
                  <a:srgbClr val="F6F8FC"/>
                </a:solidFill>
                <a:latin typeface="Aptos"/>
                <a:ea typeface="Aptos"/>
                <a:cs typeface="Aptos"/>
              </a:defRPr>
            </a:lvl9pPr>
          </a:lstStyle>
          <a:p xmlns:a="http://schemas.openxmlformats.org/drawingml/2006/main">
            <a:pPr>
              <a:defRPr sz="5250" b="1">
                <a:solidFill>
                  <a:srgbClr val="F6F8FC"/>
                </a:solidFill>
                <a:latin typeface="Aptos"/>
                <a:ea typeface="Aptos"/>
                <a:cs typeface="Aptos"/>
              </a:defRPr>
            </a:pPr>
            <a:r>
              <a:rPr sz="5250" b="1">
                <a:solidFill>
                  <a:srgbClr val="F6F8FC"/>
                </a:solidFill>
                <a:latin typeface="Aptos"/>
                <a:ea typeface="Aptos"/>
                <a:cs typeface="Aptos"/>
              </a:rPr>
              <a:t>RGB</a:t>
            </a:r>
          </a:p>
        </p:txBody>
      </p:sp>
      <p:sp>
        <p:nvSpPr>
          <p:cNvPr id="5" name="">
            <a:extLst xmlns:a="http://schemas.openxmlformats.org/drawingml/2006/main">
              <a:ext uri="{FF2B5EF4-FFF2-40B4-BE49-F238E27FC236}">
                <a16:creationId xmlns:a16="http://schemas.microsoft.com/office/drawing/2014/main" id="{FD7571FF-02ED-4EE6-A886-C71CBC7DE60F}"/>
              </a:ext>
            </a:extLst>
          </p:cNvPr>
          <p:cNvSpPr>
            <a:spLocks xmlns:a="http://schemas.openxmlformats.org/drawingml/2006/main" noGrp="1"/>
          </p:cNvSpPr>
          <p:nvPr/>
        </p:nvSpPr>
        <p:spPr>
          <a:xfrm xmlns:a="http://schemas.openxmlformats.org/drawingml/2006/main">
            <a:off x="990600" y="2305050"/>
            <a:ext cx="762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3600" b="1">
                <a:solidFill>
                  <a:srgbClr val="F6F8FC"/>
                </a:solidFill>
                <a:latin typeface="Aptos"/>
                <a:ea typeface="Aptos"/>
                <a:cs typeface="Aptos"/>
              </a:defRPr>
            </a:defPPr>
            <a:lvl1pPr>
              <a:defRPr sz="3600" b="1">
                <a:solidFill>
                  <a:srgbClr val="F6F8FC"/>
                </a:solidFill>
                <a:latin typeface="Aptos"/>
                <a:ea typeface="Aptos"/>
                <a:cs typeface="Aptos"/>
              </a:defRPr>
            </a:lvl1pPr>
            <a:lvl2pPr>
              <a:defRPr sz="3600" b="1">
                <a:solidFill>
                  <a:srgbClr val="F6F8FC"/>
                </a:solidFill>
                <a:latin typeface="Aptos"/>
                <a:ea typeface="Aptos"/>
                <a:cs typeface="Aptos"/>
              </a:defRPr>
            </a:lvl2pPr>
            <a:lvl3pPr>
              <a:defRPr sz="3600" b="1">
                <a:solidFill>
                  <a:srgbClr val="F6F8FC"/>
                </a:solidFill>
                <a:latin typeface="Aptos"/>
                <a:ea typeface="Aptos"/>
                <a:cs typeface="Aptos"/>
              </a:defRPr>
            </a:lvl3pPr>
            <a:lvl4pPr>
              <a:defRPr sz="3600" b="1">
                <a:solidFill>
                  <a:srgbClr val="F6F8FC"/>
                </a:solidFill>
                <a:latin typeface="Aptos"/>
                <a:ea typeface="Aptos"/>
                <a:cs typeface="Aptos"/>
              </a:defRPr>
            </a:lvl4pPr>
            <a:lvl5pPr>
              <a:defRPr sz="3600" b="1">
                <a:solidFill>
                  <a:srgbClr val="F6F8FC"/>
                </a:solidFill>
                <a:latin typeface="Aptos"/>
                <a:ea typeface="Aptos"/>
                <a:cs typeface="Aptos"/>
              </a:defRPr>
            </a:lvl5pPr>
            <a:lvl6pPr>
              <a:defRPr sz="3600" b="1">
                <a:solidFill>
                  <a:srgbClr val="F6F8FC"/>
                </a:solidFill>
                <a:latin typeface="Aptos"/>
                <a:ea typeface="Aptos"/>
                <a:cs typeface="Aptos"/>
              </a:defRPr>
            </a:lvl6pPr>
            <a:lvl7pPr>
              <a:defRPr sz="3600" b="1">
                <a:solidFill>
                  <a:srgbClr val="F6F8FC"/>
                </a:solidFill>
                <a:latin typeface="Aptos"/>
                <a:ea typeface="Aptos"/>
                <a:cs typeface="Aptos"/>
              </a:defRPr>
            </a:lvl7pPr>
            <a:lvl8pPr>
              <a:defRPr sz="3600" b="1">
                <a:solidFill>
                  <a:srgbClr val="F6F8FC"/>
                </a:solidFill>
                <a:latin typeface="Aptos"/>
                <a:ea typeface="Aptos"/>
                <a:cs typeface="Aptos"/>
              </a:defRPr>
            </a:lvl8pPr>
            <a:lvl9pPr>
              <a:defRPr sz="3600" b="1">
                <a:solidFill>
                  <a:srgbClr val="F6F8FC"/>
                </a:solidFill>
                <a:latin typeface="Aptos"/>
                <a:ea typeface="Aptos"/>
                <a:cs typeface="Aptos"/>
              </a:defRPr>
            </a:lvl9pPr>
          </a:lstStyle>
          <a:p xmlns:a="http://schemas.openxmlformats.org/drawingml/2006/main">
            <a:pPr>
              <a:defRPr sz="3600" b="1">
                <a:solidFill>
                  <a:srgbClr val="F6F8FC"/>
                </a:solidFill>
                <a:latin typeface="Aptos"/>
                <a:ea typeface="Aptos"/>
                <a:cs typeface="Aptos"/>
              </a:defRPr>
            </a:pPr>
            <a:r>
              <a:rPr sz="3600" b="1">
                <a:solidFill>
                  <a:srgbClr val="F6F8FC"/>
                </a:solidFill>
                <a:latin typeface="Aptos"/>
                <a:ea typeface="Aptos"/>
                <a:cs typeface="Aptos"/>
              </a:rPr>
              <a:t>Enemy AI System</a:t>
            </a:r>
          </a:p>
        </p:txBody>
      </p:sp>
      <p:sp>
        <p:nvSpPr>
          <p:cNvPr id="6" name="">
            <a:extLst xmlns:a="http://schemas.openxmlformats.org/drawingml/2006/main">
              <a:ext uri="{FF2B5EF4-FFF2-40B4-BE49-F238E27FC236}">
                <a16:creationId xmlns:a16="http://schemas.microsoft.com/office/drawing/2014/main" id="{92C06711-5CCD-45B1-AE65-6967AD5419B4}"/>
              </a:ext>
            </a:extLst>
          </p:cNvPr>
          <p:cNvSpPr>
            <a:spLocks xmlns:a="http://schemas.openxmlformats.org/drawingml/2006/main" noGrp="1"/>
          </p:cNvSpPr>
          <p:nvPr/>
        </p:nvSpPr>
        <p:spPr>
          <a:xfrm xmlns:a="http://schemas.openxmlformats.org/drawingml/2006/main">
            <a:off x="1028700" y="314325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800" b="0">
                <a:solidFill>
                  <a:srgbClr val="A9B7CB"/>
                </a:solidFill>
                <a:latin typeface="Aptos"/>
                <a:ea typeface="Aptos"/>
                <a:cs typeface="Aptos"/>
              </a:defRPr>
            </a:defPPr>
            <a:lvl1pPr>
              <a:defRPr sz="1800" b="0">
                <a:solidFill>
                  <a:srgbClr val="A9B7CB"/>
                </a:solidFill>
                <a:latin typeface="Aptos"/>
                <a:ea typeface="Aptos"/>
                <a:cs typeface="Aptos"/>
              </a:defRPr>
            </a:lvl1pPr>
            <a:lvl2pPr>
              <a:defRPr sz="1800" b="0">
                <a:solidFill>
                  <a:srgbClr val="A9B7CB"/>
                </a:solidFill>
                <a:latin typeface="Aptos"/>
                <a:ea typeface="Aptos"/>
                <a:cs typeface="Aptos"/>
              </a:defRPr>
            </a:lvl2pPr>
            <a:lvl3pPr>
              <a:defRPr sz="1800" b="0">
                <a:solidFill>
                  <a:srgbClr val="A9B7CB"/>
                </a:solidFill>
                <a:latin typeface="Aptos"/>
                <a:ea typeface="Aptos"/>
                <a:cs typeface="Aptos"/>
              </a:defRPr>
            </a:lvl3pPr>
            <a:lvl4pPr>
              <a:defRPr sz="1800" b="0">
                <a:solidFill>
                  <a:srgbClr val="A9B7CB"/>
                </a:solidFill>
                <a:latin typeface="Aptos"/>
                <a:ea typeface="Aptos"/>
                <a:cs typeface="Aptos"/>
              </a:defRPr>
            </a:lvl4pPr>
            <a:lvl5pPr>
              <a:defRPr sz="1800" b="0">
                <a:solidFill>
                  <a:srgbClr val="A9B7CB"/>
                </a:solidFill>
                <a:latin typeface="Aptos"/>
                <a:ea typeface="Aptos"/>
                <a:cs typeface="Aptos"/>
              </a:defRPr>
            </a:lvl5pPr>
            <a:lvl6pPr>
              <a:defRPr sz="1800" b="0">
                <a:solidFill>
                  <a:srgbClr val="A9B7CB"/>
                </a:solidFill>
                <a:latin typeface="Aptos"/>
                <a:ea typeface="Aptos"/>
                <a:cs typeface="Aptos"/>
              </a:defRPr>
            </a:lvl6pPr>
            <a:lvl7pPr>
              <a:defRPr sz="1800" b="0">
                <a:solidFill>
                  <a:srgbClr val="A9B7CB"/>
                </a:solidFill>
                <a:latin typeface="Aptos"/>
                <a:ea typeface="Aptos"/>
                <a:cs typeface="Aptos"/>
              </a:defRPr>
            </a:lvl7pPr>
            <a:lvl8pPr>
              <a:defRPr sz="1800" b="0">
                <a:solidFill>
                  <a:srgbClr val="A9B7CB"/>
                </a:solidFill>
                <a:latin typeface="Aptos"/>
                <a:ea typeface="Aptos"/>
                <a:cs typeface="Aptos"/>
              </a:defRPr>
            </a:lvl8pPr>
            <a:lvl9pPr>
              <a:defRPr sz="1800" b="0">
                <a:solidFill>
                  <a:srgbClr val="A9B7CB"/>
                </a:solidFill>
                <a:latin typeface="Aptos"/>
                <a:ea typeface="Aptos"/>
                <a:cs typeface="Aptos"/>
              </a:defRPr>
            </a:lvl9pPr>
          </a:lstStyle>
          <a:p xmlns:a="http://schemas.openxmlformats.org/drawingml/2006/main">
            <a:pPr>
              <a:defRPr sz="1800" b="0">
                <a:solidFill>
                  <a:srgbClr val="A9B7CB"/>
                </a:solidFill>
                <a:latin typeface="Aptos"/>
                <a:ea typeface="Aptos"/>
                <a:cs typeface="Aptos"/>
              </a:defRPr>
            </a:pPr>
            <a:r>
              <a:rPr sz="1800" b="0">
                <a:solidFill>
                  <a:srgbClr val="A9B7CB"/>
                </a:solidFill>
                <a:latin typeface="Aptos"/>
                <a:ea typeface="Aptos"/>
                <a:cs typeface="Aptos"/>
              </a:rPr>
              <a:t>State-based multi-agent AI in Unreal Engine 5.7</a:t>
            </a:r>
          </a:p>
        </p:txBody>
      </p:sp>
      <p:sp>
        <p:nvSpPr>
          <p:cNvPr id="7" name="">
            <a:extLst xmlns:a="http://schemas.openxmlformats.org/drawingml/2006/main">
              <a:ext uri="{FF2B5EF4-FFF2-40B4-BE49-F238E27FC236}">
                <a16:creationId xmlns:a16="http://schemas.microsoft.com/office/drawing/2014/main" id="{03E45EB0-1565-4888-95BA-38EA29ED565E}"/>
              </a:ext>
            </a:extLst>
          </p:cNvPr>
          <p:cNvSpPr>
            <a:spLocks xmlns:a="http://schemas.openxmlformats.org/drawingml/2006/main" noGrp="1"/>
          </p:cNvSpPr>
          <p:nvPr/>
        </p:nvSpPr>
        <p:spPr>
          <a:xfrm xmlns:a="http://schemas.openxmlformats.org/drawingml/2006/main">
            <a:off x="1028700" y="3933825"/>
            <a:ext cx="3429000" cy="381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DC053BC-F473-4A0F-80CD-1A0E493E2B2B}"/>
              </a:ext>
            </a:extLst>
          </p:cNvPr>
          <p:cNvSpPr>
            <a:spLocks xmlns:a="http://schemas.openxmlformats.org/drawingml/2006/main" noGrp="1"/>
          </p:cNvSpPr>
          <p:nvPr/>
        </p:nvSpPr>
        <p:spPr>
          <a:xfrm xmlns:a="http://schemas.openxmlformats.org/drawingml/2006/main">
            <a:off x="1028700" y="417195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350" b="0">
                <a:solidFill>
                  <a:srgbClr val="A9B7CB"/>
                </a:solidFill>
                <a:latin typeface="Aptos"/>
                <a:ea typeface="Aptos"/>
                <a:cs typeface="Aptos"/>
              </a:defRPr>
            </a:defPPr>
            <a:lvl1pPr>
              <a:defRPr sz="1350" b="0">
                <a:solidFill>
                  <a:srgbClr val="A9B7CB"/>
                </a:solidFill>
                <a:latin typeface="Aptos"/>
                <a:ea typeface="Aptos"/>
                <a:cs typeface="Aptos"/>
              </a:defRPr>
            </a:lvl1pPr>
            <a:lvl2pPr>
              <a:defRPr sz="1350" b="0">
                <a:solidFill>
                  <a:srgbClr val="A9B7CB"/>
                </a:solidFill>
                <a:latin typeface="Aptos"/>
                <a:ea typeface="Aptos"/>
                <a:cs typeface="Aptos"/>
              </a:defRPr>
            </a:lvl2pPr>
            <a:lvl3pPr>
              <a:defRPr sz="1350" b="0">
                <a:solidFill>
                  <a:srgbClr val="A9B7CB"/>
                </a:solidFill>
                <a:latin typeface="Aptos"/>
                <a:ea typeface="Aptos"/>
                <a:cs typeface="Aptos"/>
              </a:defRPr>
            </a:lvl3pPr>
            <a:lvl4pPr>
              <a:defRPr sz="1350" b="0">
                <a:solidFill>
                  <a:srgbClr val="A9B7CB"/>
                </a:solidFill>
                <a:latin typeface="Aptos"/>
                <a:ea typeface="Aptos"/>
                <a:cs typeface="Aptos"/>
              </a:defRPr>
            </a:lvl4pPr>
            <a:lvl5pPr>
              <a:defRPr sz="1350" b="0">
                <a:solidFill>
                  <a:srgbClr val="A9B7CB"/>
                </a:solidFill>
                <a:latin typeface="Aptos"/>
                <a:ea typeface="Aptos"/>
                <a:cs typeface="Aptos"/>
              </a:defRPr>
            </a:lvl5pPr>
            <a:lvl6pPr>
              <a:defRPr sz="1350" b="0">
                <a:solidFill>
                  <a:srgbClr val="A9B7CB"/>
                </a:solidFill>
                <a:latin typeface="Aptos"/>
                <a:ea typeface="Aptos"/>
                <a:cs typeface="Aptos"/>
              </a:defRPr>
            </a:lvl6pPr>
            <a:lvl7pPr>
              <a:defRPr sz="1350" b="0">
                <a:solidFill>
                  <a:srgbClr val="A9B7CB"/>
                </a:solidFill>
                <a:latin typeface="Aptos"/>
                <a:ea typeface="Aptos"/>
                <a:cs typeface="Aptos"/>
              </a:defRPr>
            </a:lvl7pPr>
            <a:lvl8pPr>
              <a:defRPr sz="1350" b="0">
                <a:solidFill>
                  <a:srgbClr val="A9B7CB"/>
                </a:solidFill>
                <a:latin typeface="Aptos"/>
                <a:ea typeface="Aptos"/>
                <a:cs typeface="Aptos"/>
              </a:defRPr>
            </a:lvl8pPr>
            <a:lvl9pPr>
              <a:defRPr sz="1350" b="0">
                <a:solidFill>
                  <a:srgbClr val="A9B7CB"/>
                </a:solidFill>
                <a:latin typeface="Aptos"/>
                <a:ea typeface="Aptos"/>
                <a:cs typeface="Aptos"/>
              </a:defRPr>
            </a:lvl9pPr>
          </a:lstStyle>
          <a:p xmlns:a="http://schemas.openxmlformats.org/drawingml/2006/main">
            <a:pPr>
              <a:defRPr sz="1350" b="0">
                <a:solidFill>
                  <a:srgbClr val="A9B7CB"/>
                </a:solidFill>
                <a:latin typeface="Aptos"/>
                <a:ea typeface="Aptos"/>
                <a:cs typeface="Aptos"/>
              </a:defRPr>
            </a:pPr>
            <a:r>
              <a:rPr sz="1350" b="0">
                <a:solidFill>
                  <a:srgbClr val="A9B7CB"/>
                </a:solidFill>
                <a:latin typeface="Aptos"/>
                <a:ea typeface="Aptos"/>
                <a:cs typeface="Aptos"/>
              </a:rPr>
              <a:t>Arena coordination  •  Adaptive pressure  •  Specialized movement</a:t>
            </a:r>
          </a:p>
        </p:txBody>
      </p:sp>
    </p:spTree>
    <p:extLst>
      <p:ext uri="{BB962C8B-B14F-4D97-AF65-F5344CB8AC3E}">
        <p14:creationId xmlns:p14="http://schemas.microsoft.com/office/powerpoint/2010/main" val="402039151"/>
      </p:ext>
    </p:extLst>
  </p:cSld>
</p:sld>
</file>

<file path=ppt/slides/slide2.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BB0D4E2-F8F6-4947-B217-4888156A30A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43AA5DD-A873-4F21-B44C-F9187FF279F3}"/>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AI COORDINATION</a:t>
            </a:r>
          </a:p>
        </p:txBody>
      </p:sp>
      <p:sp>
        <p:nvSpPr>
          <p:cNvPr id="3" name="">
            <a:extLst xmlns:a="http://schemas.openxmlformats.org/drawingml/2006/main">
              <a:ext uri="{FF2B5EF4-FFF2-40B4-BE49-F238E27FC236}">
                <a16:creationId xmlns:a16="http://schemas.microsoft.com/office/drawing/2014/main" id="{B5CEC829-FFE1-4F9A-848E-BE9DF53E270F}"/>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The AI design problem</a:t>
            </a:r>
          </a:p>
        </p:txBody>
      </p:sp>
      <p:sp>
        <p:nvSpPr>
          <p:cNvPr id="4" name="">
            <a:extLst xmlns:a="http://schemas.openxmlformats.org/drawingml/2006/main">
              <a:ext uri="{FF2B5EF4-FFF2-40B4-BE49-F238E27FC236}">
                <a16:creationId xmlns:a16="http://schemas.microsoft.com/office/drawing/2014/main" id="{02D3ABE3-2004-4A58-83E1-20EFB01D41B8}"/>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6660728-E7AB-4302-BA72-39AC0175013E}"/>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1820E62F-EEF2-4907-ADDF-DDA804ABF7BB}"/>
              </a:ext>
            </a:extLst>
          </p:cNvPr>
          <p:cNvSpPr>
            <a:spLocks xmlns:a="http://schemas.openxmlformats.org/drawingml/2006/main" noGrp="1"/>
          </p:cNvSpPr>
          <p:nvPr/>
        </p:nvSpPr>
        <p:spPr>
          <a:xfrm xmlns:a="http://schemas.openxmlformats.org/drawingml/2006/main">
            <a:off x="704850" y="1676400"/>
            <a:ext cx="685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722"/>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Multiple enemies should create pressure without creating chaos</a:t>
            </a:r>
          </a:p>
        </p:txBody>
      </p:sp>
      <p:sp>
        <p:nvSpPr>
          <p:cNvPr id="7" name="">
            <a:extLst xmlns:a="http://schemas.openxmlformats.org/drawingml/2006/main">
              <a:ext uri="{FF2B5EF4-FFF2-40B4-BE49-F238E27FC236}">
                <a16:creationId xmlns:a16="http://schemas.microsoft.com/office/drawing/2014/main" id="{A182C916-1698-4914-8748-5EB6F6CFF1F8}"/>
              </a:ext>
            </a:extLst>
          </p:cNvPr>
          <p:cNvSpPr>
            <a:spLocks xmlns:a="http://schemas.openxmlformats.org/drawingml/2006/main" noGrp="1"/>
          </p:cNvSpPr>
          <p:nvPr/>
        </p:nvSpPr>
        <p:spPr>
          <a:xfrm xmlns:a="http://schemas.openxmlformats.org/drawingml/2006/main">
            <a:off x="781050" y="2809875"/>
            <a:ext cx="114300" cy="114300"/>
          </a:xfrm>
          <a:prstGeom xmlns:a="http://schemas.openxmlformats.org/drawingml/2006/main" prst="ellipse">
            <a:avLst/>
          </a:prstGeom>
          <a:solidFill xmlns:a="http://schemas.openxmlformats.org/drawingml/2006/main">
            <a:srgbClr val="4BA8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6658B8A-8A36-4C0E-8533-94218863794D}"/>
              </a:ext>
            </a:extLst>
          </p:cNvPr>
          <p:cNvSpPr>
            <a:spLocks xmlns:a="http://schemas.openxmlformats.org/drawingml/2006/main" noGrp="1"/>
          </p:cNvSpPr>
          <p:nvPr/>
        </p:nvSpPr>
        <p:spPr>
          <a:xfrm xmlns:a="http://schemas.openxmlformats.org/drawingml/2006/main">
            <a:off x="1066800" y="27241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0">
                <a:solidFill>
                  <a:srgbClr val="F6F8FC"/>
                </a:solidFill>
                <a:latin typeface="Aptos"/>
                <a:ea typeface="Aptos"/>
                <a:cs typeface="Aptos"/>
              </a:defRPr>
            </a:defPPr>
            <a:lvl1pPr>
              <a:defRPr sz="1575" b="0">
                <a:solidFill>
                  <a:srgbClr val="F6F8FC"/>
                </a:solidFill>
                <a:latin typeface="Aptos"/>
                <a:ea typeface="Aptos"/>
                <a:cs typeface="Aptos"/>
              </a:defRPr>
            </a:lvl1pPr>
            <a:lvl2pPr>
              <a:defRPr sz="1575" b="0">
                <a:solidFill>
                  <a:srgbClr val="F6F8FC"/>
                </a:solidFill>
                <a:latin typeface="Aptos"/>
                <a:ea typeface="Aptos"/>
                <a:cs typeface="Aptos"/>
              </a:defRPr>
            </a:lvl2pPr>
            <a:lvl3pPr>
              <a:defRPr sz="1575" b="0">
                <a:solidFill>
                  <a:srgbClr val="F6F8FC"/>
                </a:solidFill>
                <a:latin typeface="Aptos"/>
                <a:ea typeface="Aptos"/>
                <a:cs typeface="Aptos"/>
              </a:defRPr>
            </a:lvl3pPr>
            <a:lvl4pPr>
              <a:defRPr sz="1575" b="0">
                <a:solidFill>
                  <a:srgbClr val="F6F8FC"/>
                </a:solidFill>
                <a:latin typeface="Aptos"/>
                <a:ea typeface="Aptos"/>
                <a:cs typeface="Aptos"/>
              </a:defRPr>
            </a:lvl4pPr>
            <a:lvl5pPr>
              <a:defRPr sz="1575" b="0">
                <a:solidFill>
                  <a:srgbClr val="F6F8FC"/>
                </a:solidFill>
                <a:latin typeface="Aptos"/>
                <a:ea typeface="Aptos"/>
                <a:cs typeface="Aptos"/>
              </a:defRPr>
            </a:lvl5pPr>
            <a:lvl6pPr>
              <a:defRPr sz="1575" b="0">
                <a:solidFill>
                  <a:srgbClr val="F6F8FC"/>
                </a:solidFill>
                <a:latin typeface="Aptos"/>
                <a:ea typeface="Aptos"/>
                <a:cs typeface="Aptos"/>
              </a:defRPr>
            </a:lvl6pPr>
            <a:lvl7pPr>
              <a:defRPr sz="1575" b="0">
                <a:solidFill>
                  <a:srgbClr val="F6F8FC"/>
                </a:solidFill>
                <a:latin typeface="Aptos"/>
                <a:ea typeface="Aptos"/>
                <a:cs typeface="Aptos"/>
              </a:defRPr>
            </a:lvl7pPr>
            <a:lvl8pPr>
              <a:defRPr sz="1575" b="0">
                <a:solidFill>
                  <a:srgbClr val="F6F8FC"/>
                </a:solidFill>
                <a:latin typeface="Aptos"/>
                <a:ea typeface="Aptos"/>
                <a:cs typeface="Aptos"/>
              </a:defRPr>
            </a:lvl8pPr>
            <a:lvl9pPr>
              <a:defRPr sz="1575" b="0">
                <a:solidFill>
                  <a:srgbClr val="F6F8FC"/>
                </a:solidFill>
                <a:latin typeface="Aptos"/>
                <a:ea typeface="Aptos"/>
                <a:cs typeface="Aptos"/>
              </a:defRPr>
            </a:lvl9pPr>
          </a:lstStyle>
          <a:p xmlns:a="http://schemas.openxmlformats.org/drawingml/2006/main">
            <a:pPr>
              <a:defRPr sz="1575" b="0">
                <a:solidFill>
                  <a:srgbClr val="F6F8FC"/>
                </a:solidFill>
                <a:latin typeface="Aptos"/>
                <a:ea typeface="Aptos"/>
                <a:cs typeface="Aptos"/>
              </a:defRPr>
            </a:pPr>
            <a:r>
              <a:rPr sz="1575" b="0">
                <a:solidFill>
                  <a:srgbClr val="F6F8FC"/>
                </a:solidFill>
                <a:latin typeface="Aptos"/>
                <a:ea typeface="Aptos"/>
                <a:cs typeface="Aptos"/>
              </a:rPr>
              <a:t>Distinct behavior for each enemy type</a:t>
            </a:r>
          </a:p>
        </p:txBody>
      </p:sp>
      <p:sp>
        <p:nvSpPr>
          <p:cNvPr id="9" name="">
            <a:extLst xmlns:a="http://schemas.openxmlformats.org/drawingml/2006/main">
              <a:ext uri="{FF2B5EF4-FFF2-40B4-BE49-F238E27FC236}">
                <a16:creationId xmlns:a16="http://schemas.microsoft.com/office/drawing/2014/main" id="{A44F185A-0E97-4C2F-85FF-EDEF8E5ADEEC}"/>
              </a:ext>
            </a:extLst>
          </p:cNvPr>
          <p:cNvSpPr>
            <a:spLocks xmlns:a="http://schemas.openxmlformats.org/drawingml/2006/main" noGrp="1"/>
          </p:cNvSpPr>
          <p:nvPr/>
        </p:nvSpPr>
        <p:spPr>
          <a:xfrm xmlns:a="http://schemas.openxmlformats.org/drawingml/2006/main">
            <a:off x="781050" y="3562350"/>
            <a:ext cx="114300" cy="114300"/>
          </a:xfrm>
          <a:prstGeom xmlns:a="http://schemas.openxmlformats.org/drawingml/2006/main" prst="ellipse">
            <a:avLst/>
          </a:prstGeom>
          <a:solidFill xmlns:a="http://schemas.openxmlformats.org/drawingml/2006/main">
            <a:srgbClr val="4BA8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A00B9FC-573D-464A-A2E1-3B4974A80BC3}"/>
              </a:ext>
            </a:extLst>
          </p:cNvPr>
          <p:cNvSpPr>
            <a:spLocks xmlns:a="http://schemas.openxmlformats.org/drawingml/2006/main" noGrp="1"/>
          </p:cNvSpPr>
          <p:nvPr/>
        </p:nvSpPr>
        <p:spPr>
          <a:xfrm xmlns:a="http://schemas.openxmlformats.org/drawingml/2006/main">
            <a:off x="1066800" y="347662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0">
                <a:solidFill>
                  <a:srgbClr val="F6F8FC"/>
                </a:solidFill>
                <a:latin typeface="Aptos"/>
                <a:ea typeface="Aptos"/>
                <a:cs typeface="Aptos"/>
              </a:defRPr>
            </a:defPPr>
            <a:lvl1pPr>
              <a:defRPr sz="1575" b="0">
                <a:solidFill>
                  <a:srgbClr val="F6F8FC"/>
                </a:solidFill>
                <a:latin typeface="Aptos"/>
                <a:ea typeface="Aptos"/>
                <a:cs typeface="Aptos"/>
              </a:defRPr>
            </a:lvl1pPr>
            <a:lvl2pPr>
              <a:defRPr sz="1575" b="0">
                <a:solidFill>
                  <a:srgbClr val="F6F8FC"/>
                </a:solidFill>
                <a:latin typeface="Aptos"/>
                <a:ea typeface="Aptos"/>
                <a:cs typeface="Aptos"/>
              </a:defRPr>
            </a:lvl2pPr>
            <a:lvl3pPr>
              <a:defRPr sz="1575" b="0">
                <a:solidFill>
                  <a:srgbClr val="F6F8FC"/>
                </a:solidFill>
                <a:latin typeface="Aptos"/>
                <a:ea typeface="Aptos"/>
                <a:cs typeface="Aptos"/>
              </a:defRPr>
            </a:lvl3pPr>
            <a:lvl4pPr>
              <a:defRPr sz="1575" b="0">
                <a:solidFill>
                  <a:srgbClr val="F6F8FC"/>
                </a:solidFill>
                <a:latin typeface="Aptos"/>
                <a:ea typeface="Aptos"/>
                <a:cs typeface="Aptos"/>
              </a:defRPr>
            </a:lvl4pPr>
            <a:lvl5pPr>
              <a:defRPr sz="1575" b="0">
                <a:solidFill>
                  <a:srgbClr val="F6F8FC"/>
                </a:solidFill>
                <a:latin typeface="Aptos"/>
                <a:ea typeface="Aptos"/>
                <a:cs typeface="Aptos"/>
              </a:defRPr>
            </a:lvl5pPr>
            <a:lvl6pPr>
              <a:defRPr sz="1575" b="0">
                <a:solidFill>
                  <a:srgbClr val="F6F8FC"/>
                </a:solidFill>
                <a:latin typeface="Aptos"/>
                <a:ea typeface="Aptos"/>
                <a:cs typeface="Aptos"/>
              </a:defRPr>
            </a:lvl6pPr>
            <a:lvl7pPr>
              <a:defRPr sz="1575" b="0">
                <a:solidFill>
                  <a:srgbClr val="F6F8FC"/>
                </a:solidFill>
                <a:latin typeface="Aptos"/>
                <a:ea typeface="Aptos"/>
                <a:cs typeface="Aptos"/>
              </a:defRPr>
            </a:lvl7pPr>
            <a:lvl8pPr>
              <a:defRPr sz="1575" b="0">
                <a:solidFill>
                  <a:srgbClr val="F6F8FC"/>
                </a:solidFill>
                <a:latin typeface="Aptos"/>
                <a:ea typeface="Aptos"/>
                <a:cs typeface="Aptos"/>
              </a:defRPr>
            </a:lvl8pPr>
            <a:lvl9pPr>
              <a:defRPr sz="1575" b="0">
                <a:solidFill>
                  <a:srgbClr val="F6F8FC"/>
                </a:solidFill>
                <a:latin typeface="Aptos"/>
                <a:ea typeface="Aptos"/>
                <a:cs typeface="Aptos"/>
              </a:defRPr>
            </a:lvl9pPr>
          </a:lstStyle>
          <a:p xmlns:a="http://schemas.openxmlformats.org/drawingml/2006/main">
            <a:pPr>
              <a:defRPr sz="1575" b="0">
                <a:solidFill>
                  <a:srgbClr val="F6F8FC"/>
                </a:solidFill>
                <a:latin typeface="Aptos"/>
                <a:ea typeface="Aptos"/>
                <a:cs typeface="Aptos"/>
              </a:defRPr>
            </a:pPr>
            <a:r>
              <a:rPr sz="1575" b="0">
                <a:solidFill>
                  <a:srgbClr val="F6F8FC"/>
                </a:solidFill>
                <a:latin typeface="Aptos"/>
                <a:ea typeface="Aptos"/>
                <a:cs typeface="Aptos"/>
              </a:rPr>
              <a:t>One shared limit for simultaneous attacks</a:t>
            </a:r>
          </a:p>
        </p:txBody>
      </p:sp>
      <p:sp>
        <p:nvSpPr>
          <p:cNvPr id="11" name="">
            <a:extLst xmlns:a="http://schemas.openxmlformats.org/drawingml/2006/main">
              <a:ext uri="{FF2B5EF4-FFF2-40B4-BE49-F238E27FC236}">
                <a16:creationId xmlns:a16="http://schemas.microsoft.com/office/drawing/2014/main" id="{58F92C94-2683-43C3-ABB1-256ABFF84BBF}"/>
              </a:ext>
            </a:extLst>
          </p:cNvPr>
          <p:cNvSpPr>
            <a:spLocks xmlns:a="http://schemas.openxmlformats.org/drawingml/2006/main" noGrp="1"/>
          </p:cNvSpPr>
          <p:nvPr/>
        </p:nvSpPr>
        <p:spPr>
          <a:xfrm xmlns:a="http://schemas.openxmlformats.org/drawingml/2006/main">
            <a:off x="781050" y="4314825"/>
            <a:ext cx="114300" cy="114300"/>
          </a:xfrm>
          <a:prstGeom xmlns:a="http://schemas.openxmlformats.org/drawingml/2006/main" prst="ellipse">
            <a:avLst/>
          </a:prstGeom>
          <a:solidFill xmlns:a="http://schemas.openxmlformats.org/drawingml/2006/main">
            <a:srgbClr val="4BA8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858BA12-406E-4221-8BAE-4E7C27BCA9B3}"/>
              </a:ext>
            </a:extLst>
          </p:cNvPr>
          <p:cNvSpPr>
            <a:spLocks xmlns:a="http://schemas.openxmlformats.org/drawingml/2006/main" noGrp="1"/>
          </p:cNvSpPr>
          <p:nvPr/>
        </p:nvSpPr>
        <p:spPr>
          <a:xfrm xmlns:a="http://schemas.openxmlformats.org/drawingml/2006/main">
            <a:off x="1066800" y="42291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0">
                <a:solidFill>
                  <a:srgbClr val="F6F8FC"/>
                </a:solidFill>
                <a:latin typeface="Aptos"/>
                <a:ea typeface="Aptos"/>
                <a:cs typeface="Aptos"/>
              </a:defRPr>
            </a:defPPr>
            <a:lvl1pPr>
              <a:defRPr sz="1575" b="0">
                <a:solidFill>
                  <a:srgbClr val="F6F8FC"/>
                </a:solidFill>
                <a:latin typeface="Aptos"/>
                <a:ea typeface="Aptos"/>
                <a:cs typeface="Aptos"/>
              </a:defRPr>
            </a:lvl1pPr>
            <a:lvl2pPr>
              <a:defRPr sz="1575" b="0">
                <a:solidFill>
                  <a:srgbClr val="F6F8FC"/>
                </a:solidFill>
                <a:latin typeface="Aptos"/>
                <a:ea typeface="Aptos"/>
                <a:cs typeface="Aptos"/>
              </a:defRPr>
            </a:lvl2pPr>
            <a:lvl3pPr>
              <a:defRPr sz="1575" b="0">
                <a:solidFill>
                  <a:srgbClr val="F6F8FC"/>
                </a:solidFill>
                <a:latin typeface="Aptos"/>
                <a:ea typeface="Aptos"/>
                <a:cs typeface="Aptos"/>
              </a:defRPr>
            </a:lvl3pPr>
            <a:lvl4pPr>
              <a:defRPr sz="1575" b="0">
                <a:solidFill>
                  <a:srgbClr val="F6F8FC"/>
                </a:solidFill>
                <a:latin typeface="Aptos"/>
                <a:ea typeface="Aptos"/>
                <a:cs typeface="Aptos"/>
              </a:defRPr>
            </a:lvl4pPr>
            <a:lvl5pPr>
              <a:defRPr sz="1575" b="0">
                <a:solidFill>
                  <a:srgbClr val="F6F8FC"/>
                </a:solidFill>
                <a:latin typeface="Aptos"/>
                <a:ea typeface="Aptos"/>
                <a:cs typeface="Aptos"/>
              </a:defRPr>
            </a:lvl5pPr>
            <a:lvl6pPr>
              <a:defRPr sz="1575" b="0">
                <a:solidFill>
                  <a:srgbClr val="F6F8FC"/>
                </a:solidFill>
                <a:latin typeface="Aptos"/>
                <a:ea typeface="Aptos"/>
                <a:cs typeface="Aptos"/>
              </a:defRPr>
            </a:lvl6pPr>
            <a:lvl7pPr>
              <a:defRPr sz="1575" b="0">
                <a:solidFill>
                  <a:srgbClr val="F6F8FC"/>
                </a:solidFill>
                <a:latin typeface="Aptos"/>
                <a:ea typeface="Aptos"/>
                <a:cs typeface="Aptos"/>
              </a:defRPr>
            </a:lvl7pPr>
            <a:lvl8pPr>
              <a:defRPr sz="1575" b="0">
                <a:solidFill>
                  <a:srgbClr val="F6F8FC"/>
                </a:solidFill>
                <a:latin typeface="Aptos"/>
                <a:ea typeface="Aptos"/>
                <a:cs typeface="Aptos"/>
              </a:defRPr>
            </a:lvl8pPr>
            <a:lvl9pPr>
              <a:defRPr sz="1575" b="0">
                <a:solidFill>
                  <a:srgbClr val="F6F8FC"/>
                </a:solidFill>
                <a:latin typeface="Aptos"/>
                <a:ea typeface="Aptos"/>
                <a:cs typeface="Aptos"/>
              </a:defRPr>
            </a:lvl9pPr>
          </a:lstStyle>
          <a:p xmlns:a="http://schemas.openxmlformats.org/drawingml/2006/main">
            <a:pPr>
              <a:defRPr sz="1575" b="0">
                <a:solidFill>
                  <a:srgbClr val="F6F8FC"/>
                </a:solidFill>
                <a:latin typeface="Aptos"/>
                <a:ea typeface="Aptos"/>
                <a:cs typeface="Aptos"/>
              </a:defRPr>
            </a:pPr>
            <a:r>
              <a:rPr sz="1575" b="0">
                <a:solidFill>
                  <a:srgbClr val="F6F8FC"/>
                </a:solidFill>
                <a:latin typeface="Aptos"/>
                <a:ea typeface="Aptos"/>
                <a:cs typeface="Aptos"/>
              </a:rPr>
              <a:t>Readable telegraphs and reliable hit checks</a:t>
            </a:r>
          </a:p>
        </p:txBody>
      </p:sp>
      <p:sp>
        <p:nvSpPr>
          <p:cNvPr id="13" name="">
            <a:extLst xmlns:a="http://schemas.openxmlformats.org/drawingml/2006/main">
              <a:ext uri="{FF2B5EF4-FFF2-40B4-BE49-F238E27FC236}">
                <a16:creationId xmlns:a16="http://schemas.microsoft.com/office/drawing/2014/main" id="{6FB412ED-AF3F-404B-B4AA-B14530A670F2}"/>
              </a:ext>
            </a:extLst>
          </p:cNvPr>
          <p:cNvSpPr>
            <a:spLocks xmlns:a="http://schemas.openxmlformats.org/drawingml/2006/main" noGrp="1"/>
          </p:cNvSpPr>
          <p:nvPr/>
        </p:nvSpPr>
        <p:spPr>
          <a:xfrm xmlns:a="http://schemas.openxmlformats.org/drawingml/2006/main">
            <a:off x="8810625" y="2857500"/>
            <a:ext cx="1257300" cy="1257300"/>
          </a:xfrm>
          <a:prstGeom xmlns:a="http://schemas.openxmlformats.org/drawingml/2006/main" prst="ellipse">
            <a:avLst/>
          </a:prstGeom>
          <a:solidFill xmlns:a="http://schemas.openxmlformats.org/drawingml/2006/main">
            <a:srgbClr val="2A3E5D"/>
          </a:solidFill>
          <a:ln xmlns:a="http://schemas.openxmlformats.org/drawingml/2006/main" w="19050">
            <a:solidFill>
              <a:srgbClr val="4BA8FF"/>
            </a:solidFill>
            <a:prstDash val="solid"/>
          </a:ln>
        </p:spPr>
      </p:sp>
      <p:sp>
        <p:nvSpPr>
          <p:cNvPr id="14" name="">
            <a:extLst xmlns:a="http://schemas.openxmlformats.org/drawingml/2006/main">
              <a:ext uri="{FF2B5EF4-FFF2-40B4-BE49-F238E27FC236}">
                <a16:creationId xmlns:a16="http://schemas.microsoft.com/office/drawing/2014/main" id="{74E09817-49A7-4652-A95B-34C884176530}"/>
              </a:ext>
            </a:extLst>
          </p:cNvPr>
          <p:cNvSpPr>
            <a:spLocks xmlns:a="http://schemas.openxmlformats.org/drawingml/2006/main" noGrp="1"/>
          </p:cNvSpPr>
          <p:nvPr/>
        </p:nvSpPr>
        <p:spPr>
          <a:xfrm xmlns:a="http://schemas.openxmlformats.org/drawingml/2006/main">
            <a:off x="9001125" y="3324225"/>
            <a:ext cx="876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defRPr sz="1350" b="1">
                <a:solidFill>
                  <a:srgbClr val="F6F8FC"/>
                </a:solidFill>
                <a:latin typeface="Aptos"/>
                <a:ea typeface="Aptos"/>
                <a:cs typeface="Aptos"/>
              </a:defRPr>
            </a:defPPr>
            <a:lvl1pPr>
              <a:defRPr sz="1350" b="1">
                <a:solidFill>
                  <a:srgbClr val="F6F8FC"/>
                </a:solidFill>
                <a:latin typeface="Aptos"/>
                <a:ea typeface="Aptos"/>
                <a:cs typeface="Aptos"/>
              </a:defRPr>
            </a:lvl1pPr>
            <a:lvl2pPr>
              <a:defRPr sz="1350" b="1">
                <a:solidFill>
                  <a:srgbClr val="F6F8FC"/>
                </a:solidFill>
                <a:latin typeface="Aptos"/>
                <a:ea typeface="Aptos"/>
                <a:cs typeface="Aptos"/>
              </a:defRPr>
            </a:lvl2pPr>
            <a:lvl3pPr>
              <a:defRPr sz="1350" b="1">
                <a:solidFill>
                  <a:srgbClr val="F6F8FC"/>
                </a:solidFill>
                <a:latin typeface="Aptos"/>
                <a:ea typeface="Aptos"/>
                <a:cs typeface="Aptos"/>
              </a:defRPr>
            </a:lvl3pPr>
            <a:lvl4pPr>
              <a:defRPr sz="1350" b="1">
                <a:solidFill>
                  <a:srgbClr val="F6F8FC"/>
                </a:solidFill>
                <a:latin typeface="Aptos"/>
                <a:ea typeface="Aptos"/>
                <a:cs typeface="Aptos"/>
              </a:defRPr>
            </a:lvl4pPr>
            <a:lvl5pPr>
              <a:defRPr sz="1350" b="1">
                <a:solidFill>
                  <a:srgbClr val="F6F8FC"/>
                </a:solidFill>
                <a:latin typeface="Aptos"/>
                <a:ea typeface="Aptos"/>
                <a:cs typeface="Aptos"/>
              </a:defRPr>
            </a:lvl5pPr>
            <a:lvl6pPr>
              <a:defRPr sz="1350" b="1">
                <a:solidFill>
                  <a:srgbClr val="F6F8FC"/>
                </a:solidFill>
                <a:latin typeface="Aptos"/>
                <a:ea typeface="Aptos"/>
                <a:cs typeface="Aptos"/>
              </a:defRPr>
            </a:lvl6pPr>
            <a:lvl7pPr>
              <a:defRPr sz="1350" b="1">
                <a:solidFill>
                  <a:srgbClr val="F6F8FC"/>
                </a:solidFill>
                <a:latin typeface="Aptos"/>
                <a:ea typeface="Aptos"/>
                <a:cs typeface="Aptos"/>
              </a:defRPr>
            </a:lvl7pPr>
            <a:lvl8pPr>
              <a:defRPr sz="1350" b="1">
                <a:solidFill>
                  <a:srgbClr val="F6F8FC"/>
                </a:solidFill>
                <a:latin typeface="Aptos"/>
                <a:ea typeface="Aptos"/>
                <a:cs typeface="Aptos"/>
              </a:defRPr>
            </a:lvl8pPr>
            <a:lvl9pPr>
              <a:defRPr sz="1350" b="1">
                <a:solidFill>
                  <a:srgbClr val="F6F8FC"/>
                </a:solidFill>
                <a:latin typeface="Aptos"/>
                <a:ea typeface="Aptos"/>
                <a:cs typeface="Aptos"/>
              </a:defRPr>
            </a:lvl9pPr>
          </a:lstStyle>
          <a:p xmlns:a="http://schemas.openxmlformats.org/drawingml/2006/main">
            <a:pPr>
              <a:defRPr sz="1350" b="1">
                <a:solidFill>
                  <a:srgbClr val="F6F8FC"/>
                </a:solidFill>
                <a:latin typeface="Aptos"/>
                <a:ea typeface="Aptos"/>
                <a:cs typeface="Aptos"/>
              </a:defRPr>
            </a:pPr>
            <a:r>
              <a:rPr sz="1350" b="1">
                <a:solidFill>
                  <a:srgbClr val="F6F8FC"/>
                </a:solidFill>
                <a:latin typeface="Aptos"/>
                <a:ea typeface="Aptos"/>
                <a:cs typeface="Aptos"/>
              </a:rPr>
              <a:t>PLAYER</a:t>
            </a:r>
          </a:p>
        </p:txBody>
      </p:sp>
      <p:sp>
        <p:nvSpPr>
          <p:cNvPr id="15" name="">
            <a:extLst xmlns:a="http://schemas.openxmlformats.org/drawingml/2006/main">
              <a:ext uri="{FF2B5EF4-FFF2-40B4-BE49-F238E27FC236}">
                <a16:creationId xmlns:a16="http://schemas.microsoft.com/office/drawing/2014/main" id="{C46BBB62-A9AD-4B98-812F-60E9A1E11D75}"/>
              </a:ext>
            </a:extLst>
          </p:cNvPr>
          <p:cNvSpPr>
            <a:spLocks xmlns:a="http://schemas.openxmlformats.org/drawingml/2006/main" noGrp="1"/>
          </p:cNvSpPr>
          <p:nvPr/>
        </p:nvSpPr>
        <p:spPr>
          <a:xfrm xmlns:a="http://schemas.openxmlformats.org/drawingml/2006/main">
            <a:off x="7620000" y="2047875"/>
            <a:ext cx="895350" cy="895350"/>
          </a:xfrm>
          <a:prstGeom xmlns:a="http://schemas.openxmlformats.org/drawingml/2006/main" prst="ellipse">
            <a:avLst/>
          </a:prstGeom>
          <a:solidFill xmlns:a="http://schemas.openxmlformats.org/drawingml/2006/main">
            <a:srgbClr val="122036"/>
          </a:solidFill>
          <a:ln xmlns:a="http://schemas.openxmlformats.org/drawingml/2006/main" w="19050">
            <a:solidFill>
              <a:srgbClr val="F64D61"/>
            </a:solidFill>
            <a:prstDash val="solid"/>
          </a:ln>
        </p:spPr>
      </p:sp>
      <p:sp>
        <p:nvSpPr>
          <p:cNvPr id="16" name="">
            <a:extLst xmlns:a="http://schemas.openxmlformats.org/drawingml/2006/main">
              <a:ext uri="{FF2B5EF4-FFF2-40B4-BE49-F238E27FC236}">
                <a16:creationId xmlns:a16="http://schemas.microsoft.com/office/drawing/2014/main" id="{627A6610-B49D-4C52-B320-857DDE97B942}"/>
              </a:ext>
            </a:extLst>
          </p:cNvPr>
          <p:cNvSpPr>
            <a:spLocks xmlns:a="http://schemas.openxmlformats.org/drawingml/2006/main" noGrp="1"/>
          </p:cNvSpPr>
          <p:nvPr/>
        </p:nvSpPr>
        <p:spPr>
          <a:xfrm xmlns:a="http://schemas.openxmlformats.org/drawingml/2006/main">
            <a:off x="7696200" y="23622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900" b="1">
                <a:solidFill>
                  <a:srgbClr val="F64D61"/>
                </a:solidFill>
                <a:latin typeface="Aptos"/>
                <a:ea typeface="Aptos"/>
                <a:cs typeface="Aptos"/>
              </a:defRPr>
            </a:defPPr>
            <a:lvl1pPr>
              <a:defRPr sz="900" b="1">
                <a:solidFill>
                  <a:srgbClr val="F64D61"/>
                </a:solidFill>
                <a:latin typeface="Aptos"/>
                <a:ea typeface="Aptos"/>
                <a:cs typeface="Aptos"/>
              </a:defRPr>
            </a:lvl1pPr>
            <a:lvl2pPr>
              <a:defRPr sz="900" b="1">
                <a:solidFill>
                  <a:srgbClr val="F64D61"/>
                </a:solidFill>
                <a:latin typeface="Aptos"/>
                <a:ea typeface="Aptos"/>
                <a:cs typeface="Aptos"/>
              </a:defRPr>
            </a:lvl2pPr>
            <a:lvl3pPr>
              <a:defRPr sz="900" b="1">
                <a:solidFill>
                  <a:srgbClr val="F64D61"/>
                </a:solidFill>
                <a:latin typeface="Aptos"/>
                <a:ea typeface="Aptos"/>
                <a:cs typeface="Aptos"/>
              </a:defRPr>
            </a:lvl3pPr>
            <a:lvl4pPr>
              <a:defRPr sz="900" b="1">
                <a:solidFill>
                  <a:srgbClr val="F64D61"/>
                </a:solidFill>
                <a:latin typeface="Aptos"/>
                <a:ea typeface="Aptos"/>
                <a:cs typeface="Aptos"/>
              </a:defRPr>
            </a:lvl4pPr>
            <a:lvl5pPr>
              <a:defRPr sz="900" b="1">
                <a:solidFill>
                  <a:srgbClr val="F64D61"/>
                </a:solidFill>
                <a:latin typeface="Aptos"/>
                <a:ea typeface="Aptos"/>
                <a:cs typeface="Aptos"/>
              </a:defRPr>
            </a:lvl5pPr>
            <a:lvl6pPr>
              <a:defRPr sz="900" b="1">
                <a:solidFill>
                  <a:srgbClr val="F64D61"/>
                </a:solidFill>
                <a:latin typeface="Aptos"/>
                <a:ea typeface="Aptos"/>
                <a:cs typeface="Aptos"/>
              </a:defRPr>
            </a:lvl6pPr>
            <a:lvl7pPr>
              <a:defRPr sz="900" b="1">
                <a:solidFill>
                  <a:srgbClr val="F64D61"/>
                </a:solidFill>
                <a:latin typeface="Aptos"/>
                <a:ea typeface="Aptos"/>
                <a:cs typeface="Aptos"/>
              </a:defRPr>
            </a:lvl7pPr>
            <a:lvl8pPr>
              <a:defRPr sz="900" b="1">
                <a:solidFill>
                  <a:srgbClr val="F64D61"/>
                </a:solidFill>
                <a:latin typeface="Aptos"/>
                <a:ea typeface="Aptos"/>
                <a:cs typeface="Aptos"/>
              </a:defRPr>
            </a:lvl8pPr>
            <a:lvl9pPr>
              <a:defRPr sz="900" b="1">
                <a:solidFill>
                  <a:srgbClr val="F64D61"/>
                </a:solidFill>
                <a:latin typeface="Aptos"/>
                <a:ea typeface="Aptos"/>
                <a:cs typeface="Aptos"/>
              </a:defRPr>
            </a:lvl9pPr>
          </a:lstStyle>
          <a:p xmlns:a="http://schemas.openxmlformats.org/drawingml/2006/main">
            <a:pPr>
              <a:defRPr sz="900" b="1">
                <a:solidFill>
                  <a:srgbClr val="F64D61"/>
                </a:solidFill>
                <a:latin typeface="Aptos"/>
                <a:ea typeface="Aptos"/>
                <a:cs typeface="Aptos"/>
              </a:defRPr>
            </a:pPr>
            <a:r>
              <a:rPr sz="900" b="1">
                <a:solidFill>
                  <a:srgbClr val="F64D61"/>
                </a:solidFill>
                <a:latin typeface="Aptos"/>
                <a:ea typeface="Aptos"/>
                <a:cs typeface="Aptos"/>
              </a:rPr>
              <a:t>ATTACK</a:t>
            </a:r>
          </a:p>
        </p:txBody>
      </p:sp>
      <p:sp>
        <p:nvSpPr>
          <p:cNvPr id="17" name="">
            <a:extLst xmlns:a="http://schemas.openxmlformats.org/drawingml/2006/main">
              <a:ext uri="{FF2B5EF4-FFF2-40B4-BE49-F238E27FC236}">
                <a16:creationId xmlns:a16="http://schemas.microsoft.com/office/drawing/2014/main" id="{826C73AB-906A-40D2-AECA-F854CBDBB347}"/>
              </a:ext>
            </a:extLst>
          </p:cNvPr>
          <p:cNvSpPr>
            <a:spLocks xmlns:a="http://schemas.openxmlformats.org/drawingml/2006/main" noGrp="1"/>
          </p:cNvSpPr>
          <p:nvPr/>
        </p:nvSpPr>
        <p:spPr>
          <a:xfrm xmlns:a="http://schemas.openxmlformats.org/drawingml/2006/main">
            <a:off x="10334625" y="2190750"/>
            <a:ext cx="895350" cy="895350"/>
          </a:xfrm>
          <a:prstGeom xmlns:a="http://schemas.openxmlformats.org/drawingml/2006/main" prst="ellipse">
            <a:avLst/>
          </a:prstGeom>
          <a:solidFill xmlns:a="http://schemas.openxmlformats.org/drawingml/2006/main">
            <a:srgbClr val="122036"/>
          </a:solidFill>
          <a:ln xmlns:a="http://schemas.openxmlformats.org/drawingml/2006/main" w="19050">
            <a:solidFill>
              <a:srgbClr val="45D98A"/>
            </a:solidFill>
            <a:prstDash val="solid"/>
          </a:ln>
        </p:spPr>
      </p:sp>
      <p:sp>
        <p:nvSpPr>
          <p:cNvPr id="18" name="">
            <a:extLst xmlns:a="http://schemas.openxmlformats.org/drawingml/2006/main">
              <a:ext uri="{FF2B5EF4-FFF2-40B4-BE49-F238E27FC236}">
                <a16:creationId xmlns:a16="http://schemas.microsoft.com/office/drawing/2014/main" id="{D4A39370-DC96-4447-BA44-5B09D5AE3E5F}"/>
              </a:ext>
            </a:extLst>
          </p:cNvPr>
          <p:cNvSpPr>
            <a:spLocks xmlns:a="http://schemas.openxmlformats.org/drawingml/2006/main" noGrp="1"/>
          </p:cNvSpPr>
          <p:nvPr/>
        </p:nvSpPr>
        <p:spPr>
          <a:xfrm xmlns:a="http://schemas.openxmlformats.org/drawingml/2006/main">
            <a:off x="10410825" y="2505075"/>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900" b="1">
                <a:solidFill>
                  <a:srgbClr val="45D98A"/>
                </a:solidFill>
                <a:latin typeface="Aptos"/>
                <a:ea typeface="Aptos"/>
                <a:cs typeface="Aptos"/>
              </a:defRPr>
            </a:defPPr>
            <a:lvl1pPr>
              <a:defRPr sz="900" b="1">
                <a:solidFill>
                  <a:srgbClr val="45D98A"/>
                </a:solidFill>
                <a:latin typeface="Aptos"/>
                <a:ea typeface="Aptos"/>
                <a:cs typeface="Aptos"/>
              </a:defRPr>
            </a:lvl1pPr>
            <a:lvl2pPr>
              <a:defRPr sz="900" b="1">
                <a:solidFill>
                  <a:srgbClr val="45D98A"/>
                </a:solidFill>
                <a:latin typeface="Aptos"/>
                <a:ea typeface="Aptos"/>
                <a:cs typeface="Aptos"/>
              </a:defRPr>
            </a:lvl2pPr>
            <a:lvl3pPr>
              <a:defRPr sz="900" b="1">
                <a:solidFill>
                  <a:srgbClr val="45D98A"/>
                </a:solidFill>
                <a:latin typeface="Aptos"/>
                <a:ea typeface="Aptos"/>
                <a:cs typeface="Aptos"/>
              </a:defRPr>
            </a:lvl3pPr>
            <a:lvl4pPr>
              <a:defRPr sz="900" b="1">
                <a:solidFill>
                  <a:srgbClr val="45D98A"/>
                </a:solidFill>
                <a:latin typeface="Aptos"/>
                <a:ea typeface="Aptos"/>
                <a:cs typeface="Aptos"/>
              </a:defRPr>
            </a:lvl4pPr>
            <a:lvl5pPr>
              <a:defRPr sz="900" b="1">
                <a:solidFill>
                  <a:srgbClr val="45D98A"/>
                </a:solidFill>
                <a:latin typeface="Aptos"/>
                <a:ea typeface="Aptos"/>
                <a:cs typeface="Aptos"/>
              </a:defRPr>
            </a:lvl5pPr>
            <a:lvl6pPr>
              <a:defRPr sz="900" b="1">
                <a:solidFill>
                  <a:srgbClr val="45D98A"/>
                </a:solidFill>
                <a:latin typeface="Aptos"/>
                <a:ea typeface="Aptos"/>
                <a:cs typeface="Aptos"/>
              </a:defRPr>
            </a:lvl6pPr>
            <a:lvl7pPr>
              <a:defRPr sz="900" b="1">
                <a:solidFill>
                  <a:srgbClr val="45D98A"/>
                </a:solidFill>
                <a:latin typeface="Aptos"/>
                <a:ea typeface="Aptos"/>
                <a:cs typeface="Aptos"/>
              </a:defRPr>
            </a:lvl7pPr>
            <a:lvl8pPr>
              <a:defRPr sz="900" b="1">
                <a:solidFill>
                  <a:srgbClr val="45D98A"/>
                </a:solidFill>
                <a:latin typeface="Aptos"/>
                <a:ea typeface="Aptos"/>
                <a:cs typeface="Aptos"/>
              </a:defRPr>
            </a:lvl8pPr>
            <a:lvl9pPr>
              <a:defRPr sz="900" b="1">
                <a:solidFill>
                  <a:srgbClr val="45D98A"/>
                </a:solidFill>
                <a:latin typeface="Aptos"/>
                <a:ea typeface="Aptos"/>
                <a:cs typeface="Aptos"/>
              </a:defRPr>
            </a:lvl9pPr>
          </a:lstStyle>
          <a:p xmlns:a="http://schemas.openxmlformats.org/drawingml/2006/main">
            <a:pPr>
              <a:defRPr sz="900" b="1">
                <a:solidFill>
                  <a:srgbClr val="45D98A"/>
                </a:solidFill>
                <a:latin typeface="Aptos"/>
                <a:ea typeface="Aptos"/>
                <a:cs typeface="Aptos"/>
              </a:defRPr>
            </a:pPr>
            <a:r>
              <a:rPr sz="900" b="1">
                <a:solidFill>
                  <a:srgbClr val="45D98A"/>
                </a:solidFill>
                <a:latin typeface="Aptos"/>
                <a:ea typeface="Aptos"/>
                <a:cs typeface="Aptos"/>
              </a:rPr>
              <a:t>PRESSURE</a:t>
            </a:r>
          </a:p>
        </p:txBody>
      </p:sp>
      <p:sp>
        <p:nvSpPr>
          <p:cNvPr id="19" name="">
            <a:extLst xmlns:a="http://schemas.openxmlformats.org/drawingml/2006/main">
              <a:ext uri="{FF2B5EF4-FFF2-40B4-BE49-F238E27FC236}">
                <a16:creationId xmlns:a16="http://schemas.microsoft.com/office/drawing/2014/main" id="{8BA4634E-9E0F-4968-829C-8362986D5219}"/>
              </a:ext>
            </a:extLst>
          </p:cNvPr>
          <p:cNvSpPr>
            <a:spLocks xmlns:a="http://schemas.openxmlformats.org/drawingml/2006/main" noGrp="1"/>
          </p:cNvSpPr>
          <p:nvPr/>
        </p:nvSpPr>
        <p:spPr>
          <a:xfrm xmlns:a="http://schemas.openxmlformats.org/drawingml/2006/main">
            <a:off x="10191750" y="4524375"/>
            <a:ext cx="895350" cy="895350"/>
          </a:xfrm>
          <a:prstGeom xmlns:a="http://schemas.openxmlformats.org/drawingml/2006/main" prst="ellipse">
            <a:avLst/>
          </a:prstGeom>
          <a:solidFill xmlns:a="http://schemas.openxmlformats.org/drawingml/2006/main">
            <a:srgbClr val="122036"/>
          </a:solidFill>
          <a:ln xmlns:a="http://schemas.openxmlformats.org/drawingml/2006/main" w="19050">
            <a:solidFill>
              <a:srgbClr val="4BA8FF"/>
            </a:solidFill>
            <a:prstDash val="solid"/>
          </a:ln>
        </p:spPr>
      </p:sp>
      <p:sp>
        <p:nvSpPr>
          <p:cNvPr id="20" name="">
            <a:extLst xmlns:a="http://schemas.openxmlformats.org/drawingml/2006/main">
              <a:ext uri="{FF2B5EF4-FFF2-40B4-BE49-F238E27FC236}">
                <a16:creationId xmlns:a16="http://schemas.microsoft.com/office/drawing/2014/main" id="{A0DCFF1D-85F7-45D5-BB59-8D6A2C482FC1}"/>
              </a:ext>
            </a:extLst>
          </p:cNvPr>
          <p:cNvSpPr>
            <a:spLocks xmlns:a="http://schemas.openxmlformats.org/drawingml/2006/main" noGrp="1"/>
          </p:cNvSpPr>
          <p:nvPr/>
        </p:nvSpPr>
        <p:spPr>
          <a:xfrm xmlns:a="http://schemas.openxmlformats.org/drawingml/2006/main">
            <a:off x="10267950" y="4838700"/>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900" b="1">
                <a:solidFill>
                  <a:srgbClr val="4BA8FF"/>
                </a:solidFill>
                <a:latin typeface="Aptos"/>
                <a:ea typeface="Aptos"/>
                <a:cs typeface="Aptos"/>
              </a:defRPr>
            </a:defPPr>
            <a:lvl1pPr>
              <a:defRPr sz="900" b="1">
                <a:solidFill>
                  <a:srgbClr val="4BA8FF"/>
                </a:solidFill>
                <a:latin typeface="Aptos"/>
                <a:ea typeface="Aptos"/>
                <a:cs typeface="Aptos"/>
              </a:defRPr>
            </a:lvl1pPr>
            <a:lvl2pPr>
              <a:defRPr sz="900" b="1">
                <a:solidFill>
                  <a:srgbClr val="4BA8FF"/>
                </a:solidFill>
                <a:latin typeface="Aptos"/>
                <a:ea typeface="Aptos"/>
                <a:cs typeface="Aptos"/>
              </a:defRPr>
            </a:lvl2pPr>
            <a:lvl3pPr>
              <a:defRPr sz="900" b="1">
                <a:solidFill>
                  <a:srgbClr val="4BA8FF"/>
                </a:solidFill>
                <a:latin typeface="Aptos"/>
                <a:ea typeface="Aptos"/>
                <a:cs typeface="Aptos"/>
              </a:defRPr>
            </a:lvl3pPr>
            <a:lvl4pPr>
              <a:defRPr sz="900" b="1">
                <a:solidFill>
                  <a:srgbClr val="4BA8FF"/>
                </a:solidFill>
                <a:latin typeface="Aptos"/>
                <a:ea typeface="Aptos"/>
                <a:cs typeface="Aptos"/>
              </a:defRPr>
            </a:lvl4pPr>
            <a:lvl5pPr>
              <a:defRPr sz="900" b="1">
                <a:solidFill>
                  <a:srgbClr val="4BA8FF"/>
                </a:solidFill>
                <a:latin typeface="Aptos"/>
                <a:ea typeface="Aptos"/>
                <a:cs typeface="Aptos"/>
              </a:defRPr>
            </a:lvl5pPr>
            <a:lvl6pPr>
              <a:defRPr sz="900" b="1">
                <a:solidFill>
                  <a:srgbClr val="4BA8FF"/>
                </a:solidFill>
                <a:latin typeface="Aptos"/>
                <a:ea typeface="Aptos"/>
                <a:cs typeface="Aptos"/>
              </a:defRPr>
            </a:lvl6pPr>
            <a:lvl7pPr>
              <a:defRPr sz="900" b="1">
                <a:solidFill>
                  <a:srgbClr val="4BA8FF"/>
                </a:solidFill>
                <a:latin typeface="Aptos"/>
                <a:ea typeface="Aptos"/>
                <a:cs typeface="Aptos"/>
              </a:defRPr>
            </a:lvl7pPr>
            <a:lvl8pPr>
              <a:defRPr sz="900" b="1">
                <a:solidFill>
                  <a:srgbClr val="4BA8FF"/>
                </a:solidFill>
                <a:latin typeface="Aptos"/>
                <a:ea typeface="Aptos"/>
                <a:cs typeface="Aptos"/>
              </a:defRPr>
            </a:lvl8pPr>
            <a:lvl9pPr>
              <a:defRPr sz="900" b="1">
                <a:solidFill>
                  <a:srgbClr val="4BA8FF"/>
                </a:solidFill>
                <a:latin typeface="Aptos"/>
                <a:ea typeface="Aptos"/>
                <a:cs typeface="Aptos"/>
              </a:defRPr>
            </a:lvl9pPr>
          </a:lstStyle>
          <a:p xmlns:a="http://schemas.openxmlformats.org/drawingml/2006/main">
            <a:pPr>
              <a:defRPr sz="900" b="1">
                <a:solidFill>
                  <a:srgbClr val="4BA8FF"/>
                </a:solidFill>
                <a:latin typeface="Aptos"/>
                <a:ea typeface="Aptos"/>
                <a:cs typeface="Aptos"/>
              </a:defRPr>
            </a:pPr>
            <a:r>
              <a:rPr sz="900" b="1">
                <a:solidFill>
                  <a:srgbClr val="4BA8FF"/>
                </a:solidFill>
                <a:latin typeface="Aptos"/>
                <a:ea typeface="Aptos"/>
                <a:cs typeface="Aptos"/>
              </a:rPr>
              <a:t>FLY</a:t>
            </a:r>
          </a:p>
        </p:txBody>
      </p:sp>
      <p:sp>
        <p:nvSpPr>
          <p:cNvPr id="21" name="">
            <a:extLst xmlns:a="http://schemas.openxmlformats.org/drawingml/2006/main">
              <a:ext uri="{FF2B5EF4-FFF2-40B4-BE49-F238E27FC236}">
                <a16:creationId xmlns:a16="http://schemas.microsoft.com/office/drawing/2014/main" id="{22C85040-0FCA-4D23-8266-B5E5B025B7B7}"/>
              </a:ext>
            </a:extLst>
          </p:cNvPr>
          <p:cNvSpPr>
            <a:spLocks xmlns:a="http://schemas.openxmlformats.org/drawingml/2006/main" noGrp="1"/>
          </p:cNvSpPr>
          <p:nvPr/>
        </p:nvSpPr>
        <p:spPr>
          <a:xfrm xmlns:a="http://schemas.openxmlformats.org/drawingml/2006/main">
            <a:off x="7524750" y="4667250"/>
            <a:ext cx="895350" cy="895350"/>
          </a:xfrm>
          <a:prstGeom xmlns:a="http://schemas.openxmlformats.org/drawingml/2006/main" prst="ellipse">
            <a:avLst/>
          </a:prstGeom>
          <a:solidFill xmlns:a="http://schemas.openxmlformats.org/drawingml/2006/main">
            <a:srgbClr val="122036"/>
          </a:solidFill>
          <a:ln xmlns:a="http://schemas.openxmlformats.org/drawingml/2006/main" w="19050">
            <a:solidFill>
              <a:srgbClr val="FFC857"/>
            </a:solidFill>
            <a:prstDash val="solid"/>
          </a:ln>
        </p:spPr>
      </p:sp>
      <p:sp>
        <p:nvSpPr>
          <p:cNvPr id="22" name="">
            <a:extLst xmlns:a="http://schemas.openxmlformats.org/drawingml/2006/main">
              <a:ext uri="{FF2B5EF4-FFF2-40B4-BE49-F238E27FC236}">
                <a16:creationId xmlns:a16="http://schemas.microsoft.com/office/drawing/2014/main" id="{6175BCEA-46DE-4456-AFB9-4B8951A49E9E}"/>
              </a:ext>
            </a:extLst>
          </p:cNvPr>
          <p:cNvSpPr>
            <a:spLocks xmlns:a="http://schemas.openxmlformats.org/drawingml/2006/main" noGrp="1"/>
          </p:cNvSpPr>
          <p:nvPr/>
        </p:nvSpPr>
        <p:spPr>
          <a:xfrm xmlns:a="http://schemas.openxmlformats.org/drawingml/2006/main">
            <a:off x="7600950" y="4981575"/>
            <a:ext cx="742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900" b="1">
                <a:solidFill>
                  <a:srgbClr val="FFC857"/>
                </a:solidFill>
                <a:latin typeface="Aptos"/>
                <a:ea typeface="Aptos"/>
                <a:cs typeface="Aptos"/>
              </a:defRPr>
            </a:defPPr>
            <a:lvl1pPr>
              <a:defRPr sz="900" b="1">
                <a:solidFill>
                  <a:srgbClr val="FFC857"/>
                </a:solidFill>
                <a:latin typeface="Aptos"/>
                <a:ea typeface="Aptos"/>
                <a:cs typeface="Aptos"/>
              </a:defRPr>
            </a:lvl1pPr>
            <a:lvl2pPr>
              <a:defRPr sz="900" b="1">
                <a:solidFill>
                  <a:srgbClr val="FFC857"/>
                </a:solidFill>
                <a:latin typeface="Aptos"/>
                <a:ea typeface="Aptos"/>
                <a:cs typeface="Aptos"/>
              </a:defRPr>
            </a:lvl2pPr>
            <a:lvl3pPr>
              <a:defRPr sz="900" b="1">
                <a:solidFill>
                  <a:srgbClr val="FFC857"/>
                </a:solidFill>
                <a:latin typeface="Aptos"/>
                <a:ea typeface="Aptos"/>
                <a:cs typeface="Aptos"/>
              </a:defRPr>
            </a:lvl3pPr>
            <a:lvl4pPr>
              <a:defRPr sz="900" b="1">
                <a:solidFill>
                  <a:srgbClr val="FFC857"/>
                </a:solidFill>
                <a:latin typeface="Aptos"/>
                <a:ea typeface="Aptos"/>
                <a:cs typeface="Aptos"/>
              </a:defRPr>
            </a:lvl4pPr>
            <a:lvl5pPr>
              <a:defRPr sz="900" b="1">
                <a:solidFill>
                  <a:srgbClr val="FFC857"/>
                </a:solidFill>
                <a:latin typeface="Aptos"/>
                <a:ea typeface="Aptos"/>
                <a:cs typeface="Aptos"/>
              </a:defRPr>
            </a:lvl5pPr>
            <a:lvl6pPr>
              <a:defRPr sz="900" b="1">
                <a:solidFill>
                  <a:srgbClr val="FFC857"/>
                </a:solidFill>
                <a:latin typeface="Aptos"/>
                <a:ea typeface="Aptos"/>
                <a:cs typeface="Aptos"/>
              </a:defRPr>
            </a:lvl6pPr>
            <a:lvl7pPr>
              <a:defRPr sz="900" b="1">
                <a:solidFill>
                  <a:srgbClr val="FFC857"/>
                </a:solidFill>
                <a:latin typeface="Aptos"/>
                <a:ea typeface="Aptos"/>
                <a:cs typeface="Aptos"/>
              </a:defRPr>
            </a:lvl7pPr>
            <a:lvl8pPr>
              <a:defRPr sz="900" b="1">
                <a:solidFill>
                  <a:srgbClr val="FFC857"/>
                </a:solidFill>
                <a:latin typeface="Aptos"/>
                <a:ea typeface="Aptos"/>
                <a:cs typeface="Aptos"/>
              </a:defRPr>
            </a:lvl8pPr>
            <a:lvl9pPr>
              <a:defRPr sz="900" b="1">
                <a:solidFill>
                  <a:srgbClr val="FFC857"/>
                </a:solidFill>
                <a:latin typeface="Aptos"/>
                <a:ea typeface="Aptos"/>
                <a:cs typeface="Aptos"/>
              </a:defRPr>
            </a:lvl9pPr>
          </a:lstStyle>
          <a:p xmlns:a="http://schemas.openxmlformats.org/drawingml/2006/main">
            <a:pPr>
              <a:defRPr sz="900" b="1">
                <a:solidFill>
                  <a:srgbClr val="FFC857"/>
                </a:solidFill>
                <a:latin typeface="Aptos"/>
                <a:ea typeface="Aptos"/>
                <a:cs typeface="Aptos"/>
              </a:defRPr>
            </a:pPr>
            <a:r>
              <a:rPr sz="900" b="1">
                <a:solidFill>
                  <a:srgbClr val="FFC857"/>
                </a:solidFill>
                <a:latin typeface="Aptos"/>
                <a:ea typeface="Aptos"/>
                <a:cs typeface="Aptos"/>
              </a:rPr>
              <a:t>PATROL</a:t>
            </a:r>
          </a:p>
        </p:txBody>
      </p:sp>
    </p:spTree>
    <p:extLst>
      <p:ext uri="{BB962C8B-B14F-4D97-AF65-F5344CB8AC3E}">
        <p14:creationId xmlns:p14="http://schemas.microsoft.com/office/powerpoint/2010/main" val="256041863"/>
      </p:ext>
    </p:extLst>
  </p:cSld>
</p:sld>
</file>

<file path=ppt/slides/slide3.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5F9171D-845B-4244-BFA3-6FA91DAFF73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FF000C-3CC5-486F-A6A7-7099B64F8C4D}"/>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SYSTEM STRUCTURE</a:t>
            </a:r>
          </a:p>
        </p:txBody>
      </p:sp>
      <p:sp>
        <p:nvSpPr>
          <p:cNvPr id="3" name="">
            <a:extLst xmlns:a="http://schemas.openxmlformats.org/drawingml/2006/main">
              <a:ext uri="{FF2B5EF4-FFF2-40B4-BE49-F238E27FC236}">
                <a16:creationId xmlns:a16="http://schemas.microsoft.com/office/drawing/2014/main" id="{2AA4F5FD-E215-4683-9011-3C230A09F3DE}"/>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Two-level AI architecture</a:t>
            </a:r>
          </a:p>
        </p:txBody>
      </p:sp>
      <p:sp>
        <p:nvSpPr>
          <p:cNvPr id="4" name="">
            <a:extLst xmlns:a="http://schemas.openxmlformats.org/drawingml/2006/main">
              <a:ext uri="{FF2B5EF4-FFF2-40B4-BE49-F238E27FC236}">
                <a16:creationId xmlns:a16="http://schemas.microsoft.com/office/drawing/2014/main" id="{984AA69B-3C2E-4FE9-9E5C-D2C31612A712}"/>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6C2511B-4F34-4D33-B4F2-5FC20F68765C}"/>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EA35798E-B9A1-40B8-AF12-4DED64FF5E7A}"/>
              </a:ext>
            </a:extLst>
          </p:cNvPr>
          <p:cNvSpPr>
            <a:spLocks xmlns:a="http://schemas.openxmlformats.org/drawingml/2006/main" noGrp="1"/>
          </p:cNvSpPr>
          <p:nvPr/>
        </p:nvSpPr>
        <p:spPr>
          <a:xfrm xmlns:a="http://schemas.openxmlformats.org/drawingml/2006/main">
            <a:off x="819150" y="1600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defRPr sz="1050" b="1">
                <a:solidFill>
                  <a:srgbClr val="4BA8FF"/>
                </a:solidFill>
                <a:latin typeface="Aptos"/>
                <a:ea typeface="Aptos"/>
                <a:cs typeface="Aptos"/>
              </a:defRPr>
            </a:defPPr>
            <a:lvl1pPr>
              <a:defRPr sz="1050" b="1">
                <a:solidFill>
                  <a:srgbClr val="4BA8FF"/>
                </a:solidFill>
                <a:latin typeface="Aptos"/>
                <a:ea typeface="Aptos"/>
                <a:cs typeface="Aptos"/>
              </a:defRPr>
            </a:lvl1pPr>
            <a:lvl2pPr>
              <a:defRPr sz="1050" b="1">
                <a:solidFill>
                  <a:srgbClr val="4BA8FF"/>
                </a:solidFill>
                <a:latin typeface="Aptos"/>
                <a:ea typeface="Aptos"/>
                <a:cs typeface="Aptos"/>
              </a:defRPr>
            </a:lvl2pPr>
            <a:lvl3pPr>
              <a:defRPr sz="1050" b="1">
                <a:solidFill>
                  <a:srgbClr val="4BA8FF"/>
                </a:solidFill>
                <a:latin typeface="Aptos"/>
                <a:ea typeface="Aptos"/>
                <a:cs typeface="Aptos"/>
              </a:defRPr>
            </a:lvl3pPr>
            <a:lvl4pPr>
              <a:defRPr sz="1050" b="1">
                <a:solidFill>
                  <a:srgbClr val="4BA8FF"/>
                </a:solidFill>
                <a:latin typeface="Aptos"/>
                <a:ea typeface="Aptos"/>
                <a:cs typeface="Aptos"/>
              </a:defRPr>
            </a:lvl4pPr>
            <a:lvl5pPr>
              <a:defRPr sz="1050" b="1">
                <a:solidFill>
                  <a:srgbClr val="4BA8FF"/>
                </a:solidFill>
                <a:latin typeface="Aptos"/>
                <a:ea typeface="Aptos"/>
                <a:cs typeface="Aptos"/>
              </a:defRPr>
            </a:lvl5pPr>
            <a:lvl6pPr>
              <a:defRPr sz="1050" b="1">
                <a:solidFill>
                  <a:srgbClr val="4BA8FF"/>
                </a:solidFill>
                <a:latin typeface="Aptos"/>
                <a:ea typeface="Aptos"/>
                <a:cs typeface="Aptos"/>
              </a:defRPr>
            </a:lvl6pPr>
            <a:lvl7pPr>
              <a:defRPr sz="1050" b="1">
                <a:solidFill>
                  <a:srgbClr val="4BA8FF"/>
                </a:solidFill>
                <a:latin typeface="Aptos"/>
                <a:ea typeface="Aptos"/>
                <a:cs typeface="Aptos"/>
              </a:defRPr>
            </a:lvl7pPr>
            <a:lvl8pPr>
              <a:defRPr sz="1050" b="1">
                <a:solidFill>
                  <a:srgbClr val="4BA8FF"/>
                </a:solidFill>
                <a:latin typeface="Aptos"/>
                <a:ea typeface="Aptos"/>
                <a:cs typeface="Aptos"/>
              </a:defRPr>
            </a:lvl8pPr>
            <a:lvl9pPr>
              <a:defRPr sz="1050" b="1">
                <a:solidFill>
                  <a:srgbClr val="4BA8FF"/>
                </a:solidFill>
                <a:latin typeface="Aptos"/>
                <a:ea typeface="Aptos"/>
                <a:cs typeface="Aptos"/>
              </a:defRPr>
            </a:lvl9pPr>
          </a:lstStyle>
          <a:p xmlns:a="http://schemas.openxmlformats.org/drawingml/2006/main">
            <a:pPr>
              <a:defRPr sz="1050" b="1">
                <a:solidFill>
                  <a:srgbClr val="4BA8FF"/>
                </a:solidFill>
                <a:latin typeface="Aptos"/>
                <a:ea typeface="Aptos"/>
                <a:cs typeface="Aptos"/>
              </a:defRPr>
            </a:pPr>
            <a:r>
              <a:rPr sz="1050" b="1">
                <a:solidFill>
                  <a:srgbClr val="4BA8FF"/>
                </a:solidFill>
                <a:latin typeface="Aptos"/>
                <a:ea typeface="Aptos"/>
                <a:cs typeface="Aptos"/>
              </a:rPr>
              <a:t>GROUP LEVEL</a:t>
            </a:r>
          </a:p>
        </p:txBody>
      </p:sp>
      <p:sp>
        <p:nvSpPr>
          <p:cNvPr id="7" name="">
            <a:extLst xmlns:a="http://schemas.openxmlformats.org/drawingml/2006/main">
              <a:ext uri="{FF2B5EF4-FFF2-40B4-BE49-F238E27FC236}">
                <a16:creationId xmlns:a16="http://schemas.microsoft.com/office/drawing/2014/main" id="{C52BB06D-73D0-4169-956A-53749E608652}"/>
              </a:ext>
            </a:extLst>
          </p:cNvPr>
          <p:cNvSpPr>
            <a:spLocks xmlns:a="http://schemas.openxmlformats.org/drawingml/2006/main" noGrp="1"/>
          </p:cNvSpPr>
          <p:nvPr/>
        </p:nvSpPr>
        <p:spPr>
          <a:xfrm xmlns:a="http://schemas.openxmlformats.org/drawingml/2006/main">
            <a:off x="3124200" y="1695450"/>
            <a:ext cx="5943600" cy="933450"/>
          </a:xfrm>
          <a:prstGeom xmlns:a="http://schemas.openxmlformats.org/drawingml/2006/main" prst="roundRect">
            <a:avLst>
              <a:gd name="adj" fmla="val 12245"/>
            </a:avLst>
          </a:prstGeom>
          <a:solidFill xmlns:a="http://schemas.openxmlformats.org/drawingml/2006/main">
            <a:srgbClr val="17263D"/>
          </a:solidFill>
          <a:ln xmlns:a="http://schemas.openxmlformats.org/drawingml/2006/main" w="19050">
            <a:solidFill>
              <a:srgbClr val="4BA8FF"/>
            </a:solidFill>
            <a:prstDash val="solid"/>
          </a:ln>
        </p:spPr>
      </p:sp>
      <p:sp>
        <p:nvSpPr>
          <p:cNvPr id="8" name="">
            <a:extLst xmlns:a="http://schemas.openxmlformats.org/drawingml/2006/main">
              <a:ext uri="{FF2B5EF4-FFF2-40B4-BE49-F238E27FC236}">
                <a16:creationId xmlns:a16="http://schemas.microsoft.com/office/drawing/2014/main" id="{265F2A1A-9D48-49AB-B977-E38F88869062}"/>
              </a:ext>
            </a:extLst>
          </p:cNvPr>
          <p:cNvSpPr>
            <a:spLocks xmlns:a="http://schemas.openxmlformats.org/drawingml/2006/main" noGrp="1"/>
          </p:cNvSpPr>
          <p:nvPr/>
        </p:nvSpPr>
        <p:spPr>
          <a:xfrm xmlns:a="http://schemas.openxmlformats.org/drawingml/2006/main">
            <a:off x="3124200" y="1695450"/>
            <a:ext cx="95250" cy="93345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AD9EBA8-E46C-43E1-852D-8DC7D0242B7F}"/>
              </a:ext>
            </a:extLst>
          </p:cNvPr>
          <p:cNvSpPr>
            <a:spLocks xmlns:a="http://schemas.openxmlformats.org/drawingml/2006/main" noGrp="1"/>
          </p:cNvSpPr>
          <p:nvPr/>
        </p:nvSpPr>
        <p:spPr>
          <a:xfrm xmlns:a="http://schemas.openxmlformats.org/drawingml/2006/main">
            <a:off x="3390900" y="1847850"/>
            <a:ext cx="550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defRPr sz="1725" b="1">
                <a:solidFill>
                  <a:srgbClr val="F6F8FC"/>
                </a:solidFill>
                <a:latin typeface="Aptos"/>
                <a:ea typeface="Aptos"/>
                <a:cs typeface="Aptos"/>
              </a:defRPr>
            </a:defPPr>
            <a:lvl1pPr>
              <a:defRPr sz="1725" b="1">
                <a:solidFill>
                  <a:srgbClr val="F6F8FC"/>
                </a:solidFill>
                <a:latin typeface="Aptos"/>
                <a:ea typeface="Aptos"/>
                <a:cs typeface="Aptos"/>
              </a:defRPr>
            </a:lvl1pPr>
            <a:lvl2pPr>
              <a:defRPr sz="1725" b="1">
                <a:solidFill>
                  <a:srgbClr val="F6F8FC"/>
                </a:solidFill>
                <a:latin typeface="Aptos"/>
                <a:ea typeface="Aptos"/>
                <a:cs typeface="Aptos"/>
              </a:defRPr>
            </a:lvl2pPr>
            <a:lvl3pPr>
              <a:defRPr sz="1725" b="1">
                <a:solidFill>
                  <a:srgbClr val="F6F8FC"/>
                </a:solidFill>
                <a:latin typeface="Aptos"/>
                <a:ea typeface="Aptos"/>
                <a:cs typeface="Aptos"/>
              </a:defRPr>
            </a:lvl3pPr>
            <a:lvl4pPr>
              <a:defRPr sz="1725" b="1">
                <a:solidFill>
                  <a:srgbClr val="F6F8FC"/>
                </a:solidFill>
                <a:latin typeface="Aptos"/>
                <a:ea typeface="Aptos"/>
                <a:cs typeface="Aptos"/>
              </a:defRPr>
            </a:lvl4pPr>
            <a:lvl5pPr>
              <a:defRPr sz="1725" b="1">
                <a:solidFill>
                  <a:srgbClr val="F6F8FC"/>
                </a:solidFill>
                <a:latin typeface="Aptos"/>
                <a:ea typeface="Aptos"/>
                <a:cs typeface="Aptos"/>
              </a:defRPr>
            </a:lvl5pPr>
            <a:lvl6pPr>
              <a:defRPr sz="1725" b="1">
                <a:solidFill>
                  <a:srgbClr val="F6F8FC"/>
                </a:solidFill>
                <a:latin typeface="Aptos"/>
                <a:ea typeface="Aptos"/>
                <a:cs typeface="Aptos"/>
              </a:defRPr>
            </a:lvl6pPr>
            <a:lvl7pPr>
              <a:defRPr sz="1725" b="1">
                <a:solidFill>
                  <a:srgbClr val="F6F8FC"/>
                </a:solidFill>
                <a:latin typeface="Aptos"/>
                <a:ea typeface="Aptos"/>
                <a:cs typeface="Aptos"/>
              </a:defRPr>
            </a:lvl7pPr>
            <a:lvl8pPr>
              <a:defRPr sz="1725" b="1">
                <a:solidFill>
                  <a:srgbClr val="F6F8FC"/>
                </a:solidFill>
                <a:latin typeface="Aptos"/>
                <a:ea typeface="Aptos"/>
                <a:cs typeface="Aptos"/>
              </a:defRPr>
            </a:lvl8pPr>
            <a:lvl9pPr>
              <a:defRPr sz="1725" b="1">
                <a:solidFill>
                  <a:srgbClr val="F6F8FC"/>
                </a:solidFill>
                <a:latin typeface="Aptos"/>
                <a:ea typeface="Aptos"/>
                <a:cs typeface="Aptos"/>
              </a:defRPr>
            </a:lvl9pPr>
          </a:lstStyle>
          <a:p xmlns:a="http://schemas.openxmlformats.org/drawingml/2006/main">
            <a:pPr>
              <a:defRPr sz="1725" b="1">
                <a:solidFill>
                  <a:srgbClr val="F6F8FC"/>
                </a:solidFill>
                <a:latin typeface="Aptos"/>
                <a:ea typeface="Aptos"/>
                <a:cs typeface="Aptos"/>
              </a:defRPr>
            </a:pPr>
            <a:r>
              <a:rPr sz="1725" b="1">
                <a:solidFill>
                  <a:srgbClr val="F6F8FC"/>
                </a:solidFill>
                <a:latin typeface="Aptos"/>
                <a:ea typeface="Aptos"/>
                <a:cs typeface="Aptos"/>
              </a:rPr>
              <a:t>Arena Control</a:t>
            </a:r>
          </a:p>
        </p:txBody>
      </p:sp>
      <p:sp>
        <p:nvSpPr>
          <p:cNvPr id="10" name="">
            <a:extLst xmlns:a="http://schemas.openxmlformats.org/drawingml/2006/main">
              <a:ext uri="{FF2B5EF4-FFF2-40B4-BE49-F238E27FC236}">
                <a16:creationId xmlns:a16="http://schemas.microsoft.com/office/drawing/2014/main" id="{491D53F8-A174-4B27-A0B2-9D69FE47EA7A}"/>
              </a:ext>
            </a:extLst>
          </p:cNvPr>
          <p:cNvSpPr>
            <a:spLocks xmlns:a="http://schemas.openxmlformats.org/drawingml/2006/main" noGrp="1"/>
          </p:cNvSpPr>
          <p:nvPr/>
        </p:nvSpPr>
        <p:spPr>
          <a:xfrm xmlns:a="http://schemas.openxmlformats.org/drawingml/2006/main">
            <a:off x="3390900" y="2181225"/>
            <a:ext cx="5505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Progress, profiles, lifecycle</a:t>
            </a:r>
          </a:p>
        </p:txBody>
      </p:sp>
      <p:sp>
        <p:nvSpPr>
          <p:cNvPr id="11" name="">
            <a:extLst xmlns:a="http://schemas.openxmlformats.org/drawingml/2006/main">
              <a:ext uri="{FF2B5EF4-FFF2-40B4-BE49-F238E27FC236}">
                <a16:creationId xmlns:a16="http://schemas.microsoft.com/office/drawing/2014/main" id="{70843024-42ED-4B0C-A60C-D0B5996E0147}"/>
              </a:ext>
            </a:extLst>
          </p:cNvPr>
          <p:cNvSpPr>
            <a:spLocks xmlns:a="http://schemas.openxmlformats.org/drawingml/2006/main" noGrp="1"/>
          </p:cNvSpPr>
          <p:nvPr/>
        </p:nvSpPr>
        <p:spPr>
          <a:xfrm xmlns:a="http://schemas.openxmlformats.org/drawingml/2006/main">
            <a:off x="4000500" y="3009900"/>
            <a:ext cx="4191000" cy="895350"/>
          </a:xfrm>
          <a:prstGeom xmlns:a="http://schemas.openxmlformats.org/drawingml/2006/main" prst="roundRect">
            <a:avLst>
              <a:gd name="adj" fmla="val 12766"/>
            </a:avLst>
          </a:prstGeom>
          <a:solidFill xmlns:a="http://schemas.openxmlformats.org/drawingml/2006/main">
            <a:srgbClr val="17263D"/>
          </a:solidFill>
          <a:ln xmlns:a="http://schemas.openxmlformats.org/drawingml/2006/main" w="19050">
            <a:solidFill>
              <a:srgbClr val="FFC857"/>
            </a:solidFill>
            <a:prstDash val="solid"/>
          </a:ln>
        </p:spPr>
      </p:sp>
      <p:sp>
        <p:nvSpPr>
          <p:cNvPr id="12" name="">
            <a:extLst xmlns:a="http://schemas.openxmlformats.org/drawingml/2006/main">
              <a:ext uri="{FF2B5EF4-FFF2-40B4-BE49-F238E27FC236}">
                <a16:creationId xmlns:a16="http://schemas.microsoft.com/office/drawing/2014/main" id="{0B74FFC9-A93E-4324-89C5-479F09BD1A63}"/>
              </a:ext>
            </a:extLst>
          </p:cNvPr>
          <p:cNvSpPr>
            <a:spLocks xmlns:a="http://schemas.openxmlformats.org/drawingml/2006/main" noGrp="1"/>
          </p:cNvSpPr>
          <p:nvPr/>
        </p:nvSpPr>
        <p:spPr>
          <a:xfrm xmlns:a="http://schemas.openxmlformats.org/drawingml/2006/main">
            <a:off x="4000500" y="3009900"/>
            <a:ext cx="95250" cy="89535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6843E5B-391F-44ED-8949-337FC0C4131C}"/>
              </a:ext>
            </a:extLst>
          </p:cNvPr>
          <p:cNvSpPr>
            <a:spLocks xmlns:a="http://schemas.openxmlformats.org/drawingml/2006/main" noGrp="1"/>
          </p:cNvSpPr>
          <p:nvPr/>
        </p:nvSpPr>
        <p:spPr>
          <a:xfrm xmlns:a="http://schemas.openxmlformats.org/drawingml/2006/main">
            <a:off x="4267200" y="3162300"/>
            <a:ext cx="3752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1">
                <a:solidFill>
                  <a:srgbClr val="F6F8FC"/>
                </a:solidFill>
                <a:latin typeface="Aptos"/>
                <a:ea typeface="Aptos"/>
                <a:cs typeface="Aptos"/>
              </a:defRPr>
            </a:defPPr>
            <a:lvl1pPr>
              <a:defRPr sz="1575" b="1">
                <a:solidFill>
                  <a:srgbClr val="F6F8FC"/>
                </a:solidFill>
                <a:latin typeface="Aptos"/>
                <a:ea typeface="Aptos"/>
                <a:cs typeface="Aptos"/>
              </a:defRPr>
            </a:lvl1pPr>
            <a:lvl2pPr>
              <a:defRPr sz="1575" b="1">
                <a:solidFill>
                  <a:srgbClr val="F6F8FC"/>
                </a:solidFill>
                <a:latin typeface="Aptos"/>
                <a:ea typeface="Aptos"/>
                <a:cs typeface="Aptos"/>
              </a:defRPr>
            </a:lvl2pPr>
            <a:lvl3pPr>
              <a:defRPr sz="1575" b="1">
                <a:solidFill>
                  <a:srgbClr val="F6F8FC"/>
                </a:solidFill>
                <a:latin typeface="Aptos"/>
                <a:ea typeface="Aptos"/>
                <a:cs typeface="Aptos"/>
              </a:defRPr>
            </a:lvl3pPr>
            <a:lvl4pPr>
              <a:defRPr sz="1575" b="1">
                <a:solidFill>
                  <a:srgbClr val="F6F8FC"/>
                </a:solidFill>
                <a:latin typeface="Aptos"/>
                <a:ea typeface="Aptos"/>
                <a:cs typeface="Aptos"/>
              </a:defRPr>
            </a:lvl4pPr>
            <a:lvl5pPr>
              <a:defRPr sz="1575" b="1">
                <a:solidFill>
                  <a:srgbClr val="F6F8FC"/>
                </a:solidFill>
                <a:latin typeface="Aptos"/>
                <a:ea typeface="Aptos"/>
                <a:cs typeface="Aptos"/>
              </a:defRPr>
            </a:lvl5pPr>
            <a:lvl6pPr>
              <a:defRPr sz="1575" b="1">
                <a:solidFill>
                  <a:srgbClr val="F6F8FC"/>
                </a:solidFill>
                <a:latin typeface="Aptos"/>
                <a:ea typeface="Aptos"/>
                <a:cs typeface="Aptos"/>
              </a:defRPr>
            </a:lvl6pPr>
            <a:lvl7pPr>
              <a:defRPr sz="1575" b="1">
                <a:solidFill>
                  <a:srgbClr val="F6F8FC"/>
                </a:solidFill>
                <a:latin typeface="Aptos"/>
                <a:ea typeface="Aptos"/>
                <a:cs typeface="Aptos"/>
              </a:defRPr>
            </a:lvl7pPr>
            <a:lvl8pPr>
              <a:defRPr sz="1575" b="1">
                <a:solidFill>
                  <a:srgbClr val="F6F8FC"/>
                </a:solidFill>
                <a:latin typeface="Aptos"/>
                <a:ea typeface="Aptos"/>
                <a:cs typeface="Aptos"/>
              </a:defRPr>
            </a:lvl8pPr>
            <a:lvl9pPr>
              <a:defRPr sz="1575" b="1">
                <a:solidFill>
                  <a:srgbClr val="F6F8FC"/>
                </a:solidFill>
                <a:latin typeface="Aptos"/>
                <a:ea typeface="Aptos"/>
                <a:cs typeface="Aptos"/>
              </a:defRPr>
            </a:lvl9pPr>
          </a:lstStyle>
          <a:p xmlns:a="http://schemas.openxmlformats.org/drawingml/2006/main">
            <a:pPr>
              <a:defRPr sz="1575" b="1">
                <a:solidFill>
                  <a:srgbClr val="F6F8FC"/>
                </a:solidFill>
                <a:latin typeface="Aptos"/>
                <a:ea typeface="Aptos"/>
                <a:cs typeface="Aptos"/>
              </a:defRPr>
            </a:pPr>
            <a:r>
              <a:rPr sz="1575" b="1">
                <a:solidFill>
                  <a:srgbClr val="F6F8FC"/>
                </a:solidFill>
                <a:latin typeface="Aptos"/>
                <a:ea typeface="Aptos"/>
                <a:cs typeface="Aptos"/>
              </a:rPr>
              <a:t>Coordinator component</a:t>
            </a:r>
          </a:p>
        </p:txBody>
      </p:sp>
      <p:sp>
        <p:nvSpPr>
          <p:cNvPr id="14" name="">
            <a:extLst xmlns:a="http://schemas.openxmlformats.org/drawingml/2006/main">
              <a:ext uri="{FF2B5EF4-FFF2-40B4-BE49-F238E27FC236}">
                <a16:creationId xmlns:a16="http://schemas.microsoft.com/office/drawing/2014/main" id="{343C6365-55A7-4200-9BC7-247D7CA132F3}"/>
              </a:ext>
            </a:extLst>
          </p:cNvPr>
          <p:cNvSpPr>
            <a:spLocks xmlns:a="http://schemas.openxmlformats.org/drawingml/2006/main" noGrp="1"/>
          </p:cNvSpPr>
          <p:nvPr/>
        </p:nvSpPr>
        <p:spPr>
          <a:xfrm xmlns:a="http://schemas.openxmlformats.org/drawingml/2006/main">
            <a:off x="4267200" y="3495675"/>
            <a:ext cx="3752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Eligibility, roles, shared attack budget</a:t>
            </a:r>
          </a:p>
        </p:txBody>
      </p:sp>
      <p:sp>
        <p:nvSpPr>
          <p:cNvPr id="15" name="">
            <a:extLst xmlns:a="http://schemas.openxmlformats.org/drawingml/2006/main">
              <a:ext uri="{FF2B5EF4-FFF2-40B4-BE49-F238E27FC236}">
                <a16:creationId xmlns:a16="http://schemas.microsoft.com/office/drawing/2014/main" id="{6D4A8FB2-737B-4FDA-A47F-86D697D79328}"/>
              </a:ext>
            </a:extLst>
          </p:cNvPr>
          <p:cNvSpPr>
            <a:spLocks xmlns:a="http://schemas.openxmlformats.org/drawingml/2006/main" noGrp="1"/>
          </p:cNvSpPr>
          <p:nvPr/>
        </p:nvSpPr>
        <p:spPr>
          <a:xfrm xmlns:a="http://schemas.openxmlformats.org/drawingml/2006/main">
            <a:off x="6076950" y="2628900"/>
            <a:ext cx="38100" cy="3810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7D734BD-D2D6-4A5E-95B8-90B45D049A16}"/>
              </a:ext>
            </a:extLst>
          </p:cNvPr>
          <p:cNvSpPr>
            <a:spLocks xmlns:a="http://schemas.openxmlformats.org/drawingml/2006/main" noGrp="1"/>
          </p:cNvSpPr>
          <p:nvPr/>
        </p:nvSpPr>
        <p:spPr>
          <a:xfrm xmlns:a="http://schemas.openxmlformats.org/drawingml/2006/main">
            <a:off x="819150" y="44386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defRPr sz="1050" b="1">
                <a:solidFill>
                  <a:srgbClr val="45D98A"/>
                </a:solidFill>
                <a:latin typeface="Aptos"/>
                <a:ea typeface="Aptos"/>
                <a:cs typeface="Aptos"/>
              </a:defRPr>
            </a:defPPr>
            <a:lvl1pPr>
              <a:defRPr sz="1050" b="1">
                <a:solidFill>
                  <a:srgbClr val="45D98A"/>
                </a:solidFill>
                <a:latin typeface="Aptos"/>
                <a:ea typeface="Aptos"/>
                <a:cs typeface="Aptos"/>
              </a:defRPr>
            </a:lvl1pPr>
            <a:lvl2pPr>
              <a:defRPr sz="1050" b="1">
                <a:solidFill>
                  <a:srgbClr val="45D98A"/>
                </a:solidFill>
                <a:latin typeface="Aptos"/>
                <a:ea typeface="Aptos"/>
                <a:cs typeface="Aptos"/>
              </a:defRPr>
            </a:lvl2pPr>
            <a:lvl3pPr>
              <a:defRPr sz="1050" b="1">
                <a:solidFill>
                  <a:srgbClr val="45D98A"/>
                </a:solidFill>
                <a:latin typeface="Aptos"/>
                <a:ea typeface="Aptos"/>
                <a:cs typeface="Aptos"/>
              </a:defRPr>
            </a:lvl3pPr>
            <a:lvl4pPr>
              <a:defRPr sz="1050" b="1">
                <a:solidFill>
                  <a:srgbClr val="45D98A"/>
                </a:solidFill>
                <a:latin typeface="Aptos"/>
                <a:ea typeface="Aptos"/>
                <a:cs typeface="Aptos"/>
              </a:defRPr>
            </a:lvl4pPr>
            <a:lvl5pPr>
              <a:defRPr sz="1050" b="1">
                <a:solidFill>
                  <a:srgbClr val="45D98A"/>
                </a:solidFill>
                <a:latin typeface="Aptos"/>
                <a:ea typeface="Aptos"/>
                <a:cs typeface="Aptos"/>
              </a:defRPr>
            </a:lvl5pPr>
            <a:lvl6pPr>
              <a:defRPr sz="1050" b="1">
                <a:solidFill>
                  <a:srgbClr val="45D98A"/>
                </a:solidFill>
                <a:latin typeface="Aptos"/>
                <a:ea typeface="Aptos"/>
                <a:cs typeface="Aptos"/>
              </a:defRPr>
            </a:lvl6pPr>
            <a:lvl7pPr>
              <a:defRPr sz="1050" b="1">
                <a:solidFill>
                  <a:srgbClr val="45D98A"/>
                </a:solidFill>
                <a:latin typeface="Aptos"/>
                <a:ea typeface="Aptos"/>
                <a:cs typeface="Aptos"/>
              </a:defRPr>
            </a:lvl7pPr>
            <a:lvl8pPr>
              <a:defRPr sz="1050" b="1">
                <a:solidFill>
                  <a:srgbClr val="45D98A"/>
                </a:solidFill>
                <a:latin typeface="Aptos"/>
                <a:ea typeface="Aptos"/>
                <a:cs typeface="Aptos"/>
              </a:defRPr>
            </a:lvl8pPr>
            <a:lvl9pPr>
              <a:defRPr sz="1050" b="1">
                <a:solidFill>
                  <a:srgbClr val="45D98A"/>
                </a:solidFill>
                <a:latin typeface="Aptos"/>
                <a:ea typeface="Aptos"/>
                <a:cs typeface="Aptos"/>
              </a:defRPr>
            </a:lvl9pPr>
          </a:lstStyle>
          <a:p xmlns:a="http://schemas.openxmlformats.org/drawingml/2006/main">
            <a:pPr>
              <a:defRPr sz="1050" b="1">
                <a:solidFill>
                  <a:srgbClr val="45D98A"/>
                </a:solidFill>
                <a:latin typeface="Aptos"/>
                <a:ea typeface="Aptos"/>
                <a:cs typeface="Aptos"/>
              </a:defRPr>
            </a:pPr>
            <a:r>
              <a:rPr sz="1050" b="1">
                <a:solidFill>
                  <a:srgbClr val="45D98A"/>
                </a:solidFill>
                <a:latin typeface="Aptos"/>
                <a:ea typeface="Aptos"/>
                <a:cs typeface="Aptos"/>
              </a:rPr>
              <a:t>LOCAL LEVEL</a:t>
            </a:r>
          </a:p>
        </p:txBody>
      </p:sp>
      <p:sp>
        <p:nvSpPr>
          <p:cNvPr id="17" name="">
            <a:extLst xmlns:a="http://schemas.openxmlformats.org/drawingml/2006/main">
              <a:ext uri="{FF2B5EF4-FFF2-40B4-BE49-F238E27FC236}">
                <a16:creationId xmlns:a16="http://schemas.microsoft.com/office/drawing/2014/main" id="{3B696AE7-754E-4A76-AB41-B51C585CE114}"/>
              </a:ext>
            </a:extLst>
          </p:cNvPr>
          <p:cNvSpPr>
            <a:spLocks xmlns:a="http://schemas.openxmlformats.org/drawingml/2006/main" noGrp="1"/>
          </p:cNvSpPr>
          <p:nvPr/>
        </p:nvSpPr>
        <p:spPr>
          <a:xfrm xmlns:a="http://schemas.openxmlformats.org/drawingml/2006/main">
            <a:off x="6076950" y="3905250"/>
            <a:ext cx="38100" cy="4953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D202356-3DF7-4C7F-9716-3F08B665BB9B}"/>
              </a:ext>
            </a:extLst>
          </p:cNvPr>
          <p:cNvSpPr>
            <a:spLocks xmlns:a="http://schemas.openxmlformats.org/drawingml/2006/main" noGrp="1"/>
          </p:cNvSpPr>
          <p:nvPr/>
        </p:nvSpPr>
        <p:spPr>
          <a:xfrm xmlns:a="http://schemas.openxmlformats.org/drawingml/2006/main">
            <a:off x="2095500" y="4381500"/>
            <a:ext cx="8001000" cy="28575"/>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0305E08-6E3F-444B-8699-952A8C699658}"/>
              </a:ext>
            </a:extLst>
          </p:cNvPr>
          <p:cNvSpPr>
            <a:spLocks xmlns:a="http://schemas.openxmlformats.org/drawingml/2006/main" noGrp="1"/>
          </p:cNvSpPr>
          <p:nvPr/>
        </p:nvSpPr>
        <p:spPr>
          <a:xfrm xmlns:a="http://schemas.openxmlformats.org/drawingml/2006/main">
            <a:off x="2619375" y="4381500"/>
            <a:ext cx="38100" cy="428625"/>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84FF2A9-E8C5-4B14-9234-FE4776A3A7CC}"/>
              </a:ext>
            </a:extLst>
          </p:cNvPr>
          <p:cNvSpPr>
            <a:spLocks xmlns:a="http://schemas.openxmlformats.org/drawingml/2006/main" noGrp="1"/>
          </p:cNvSpPr>
          <p:nvPr/>
        </p:nvSpPr>
        <p:spPr>
          <a:xfrm xmlns:a="http://schemas.openxmlformats.org/drawingml/2006/main">
            <a:off x="1000125" y="4810125"/>
            <a:ext cx="323850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F64D61"/>
            </a:solidFill>
            <a:prstDash val="solid"/>
          </a:ln>
        </p:spPr>
      </p:sp>
      <p:sp>
        <p:nvSpPr>
          <p:cNvPr id="21" name="">
            <a:extLst xmlns:a="http://schemas.openxmlformats.org/drawingml/2006/main">
              <a:ext uri="{FF2B5EF4-FFF2-40B4-BE49-F238E27FC236}">
                <a16:creationId xmlns:a16="http://schemas.microsoft.com/office/drawing/2014/main" id="{60FDE3AF-9B6A-46F4-B111-9AD49C889636}"/>
              </a:ext>
            </a:extLst>
          </p:cNvPr>
          <p:cNvSpPr>
            <a:spLocks xmlns:a="http://schemas.openxmlformats.org/drawingml/2006/main" noGrp="1"/>
          </p:cNvSpPr>
          <p:nvPr/>
        </p:nvSpPr>
        <p:spPr>
          <a:xfrm xmlns:a="http://schemas.openxmlformats.org/drawingml/2006/main">
            <a:off x="1000125" y="4810125"/>
            <a:ext cx="95250" cy="9525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FB6A833-32B4-49F6-9548-709A710A80E5}"/>
              </a:ext>
            </a:extLst>
          </p:cNvPr>
          <p:cNvSpPr>
            <a:spLocks xmlns:a="http://schemas.openxmlformats.org/drawingml/2006/main" noGrp="1"/>
          </p:cNvSpPr>
          <p:nvPr/>
        </p:nvSpPr>
        <p:spPr>
          <a:xfrm xmlns:a="http://schemas.openxmlformats.org/drawingml/2006/main">
            <a:off x="1266825" y="4962525"/>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Ground enemy</a:t>
            </a:r>
          </a:p>
        </p:txBody>
      </p:sp>
      <p:sp>
        <p:nvSpPr>
          <p:cNvPr id="23" name="">
            <a:extLst xmlns:a="http://schemas.openxmlformats.org/drawingml/2006/main">
              <a:ext uri="{FF2B5EF4-FFF2-40B4-BE49-F238E27FC236}">
                <a16:creationId xmlns:a16="http://schemas.microsoft.com/office/drawing/2014/main" id="{F45D858F-2151-473C-B9B5-BEDF27C34119}"/>
              </a:ext>
            </a:extLst>
          </p:cNvPr>
          <p:cNvSpPr>
            <a:spLocks xmlns:a="http://schemas.openxmlformats.org/drawingml/2006/main" noGrp="1"/>
          </p:cNvSpPr>
          <p:nvPr/>
        </p:nvSpPr>
        <p:spPr>
          <a:xfrm xmlns:a="http://schemas.openxmlformats.org/drawingml/2006/main">
            <a:off x="1266825" y="52959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Patrol and melee</a:t>
            </a:r>
          </a:p>
        </p:txBody>
      </p:sp>
      <p:sp>
        <p:nvSpPr>
          <p:cNvPr id="24" name="">
            <a:extLst xmlns:a="http://schemas.openxmlformats.org/drawingml/2006/main">
              <a:ext uri="{FF2B5EF4-FFF2-40B4-BE49-F238E27FC236}">
                <a16:creationId xmlns:a16="http://schemas.microsoft.com/office/drawing/2014/main" id="{13881287-6A67-4520-A632-0EEC95F7B993}"/>
              </a:ext>
            </a:extLst>
          </p:cNvPr>
          <p:cNvSpPr>
            <a:spLocks xmlns:a="http://schemas.openxmlformats.org/drawingml/2006/main" noGrp="1"/>
          </p:cNvSpPr>
          <p:nvPr/>
        </p:nvSpPr>
        <p:spPr>
          <a:xfrm xmlns:a="http://schemas.openxmlformats.org/drawingml/2006/main">
            <a:off x="6096000" y="4381500"/>
            <a:ext cx="38100" cy="428625"/>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28735F6-1A6A-4DD5-8E6D-C4D9D891E739}"/>
              </a:ext>
            </a:extLst>
          </p:cNvPr>
          <p:cNvSpPr>
            <a:spLocks xmlns:a="http://schemas.openxmlformats.org/drawingml/2006/main" noGrp="1"/>
          </p:cNvSpPr>
          <p:nvPr/>
        </p:nvSpPr>
        <p:spPr>
          <a:xfrm xmlns:a="http://schemas.openxmlformats.org/drawingml/2006/main">
            <a:off x="4476750" y="4810125"/>
            <a:ext cx="323850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5D98A"/>
            </a:solidFill>
            <a:prstDash val="solid"/>
          </a:ln>
        </p:spPr>
      </p:sp>
      <p:sp>
        <p:nvSpPr>
          <p:cNvPr id="26" name="">
            <a:extLst xmlns:a="http://schemas.openxmlformats.org/drawingml/2006/main">
              <a:ext uri="{FF2B5EF4-FFF2-40B4-BE49-F238E27FC236}">
                <a16:creationId xmlns:a16="http://schemas.microsoft.com/office/drawing/2014/main" id="{81140549-F840-4277-A9F2-443FEB81C811}"/>
              </a:ext>
            </a:extLst>
          </p:cNvPr>
          <p:cNvSpPr>
            <a:spLocks xmlns:a="http://schemas.openxmlformats.org/drawingml/2006/main" noGrp="1"/>
          </p:cNvSpPr>
          <p:nvPr/>
        </p:nvSpPr>
        <p:spPr>
          <a:xfrm xmlns:a="http://schemas.openxmlformats.org/drawingml/2006/main">
            <a:off x="4476750" y="4810125"/>
            <a:ext cx="95250" cy="9525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FC50DF5-44D3-4FAD-889F-C80C114758E8}"/>
              </a:ext>
            </a:extLst>
          </p:cNvPr>
          <p:cNvSpPr>
            <a:spLocks xmlns:a="http://schemas.openxmlformats.org/drawingml/2006/main" noGrp="1"/>
          </p:cNvSpPr>
          <p:nvPr/>
        </p:nvSpPr>
        <p:spPr>
          <a:xfrm xmlns:a="http://schemas.openxmlformats.org/drawingml/2006/main">
            <a:off x="4743450" y="4962525"/>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Teleporter</a:t>
            </a:r>
          </a:p>
        </p:txBody>
      </p:sp>
      <p:sp>
        <p:nvSpPr>
          <p:cNvPr id="28" name="">
            <a:extLst xmlns:a="http://schemas.openxmlformats.org/drawingml/2006/main">
              <a:ext uri="{FF2B5EF4-FFF2-40B4-BE49-F238E27FC236}">
                <a16:creationId xmlns:a16="http://schemas.microsoft.com/office/drawing/2014/main" id="{C6CC5D45-2ADE-416E-A43C-BEF223B01883}"/>
              </a:ext>
            </a:extLst>
          </p:cNvPr>
          <p:cNvSpPr>
            <a:spLocks xmlns:a="http://schemas.openxmlformats.org/drawingml/2006/main" noGrp="1"/>
          </p:cNvSpPr>
          <p:nvPr/>
        </p:nvSpPr>
        <p:spPr>
          <a:xfrm xmlns:a="http://schemas.openxmlformats.org/drawingml/2006/main">
            <a:off x="4743450" y="52959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Utility-scored points</a:t>
            </a:r>
          </a:p>
        </p:txBody>
      </p:sp>
      <p:sp>
        <p:nvSpPr>
          <p:cNvPr id="29" name="">
            <a:extLst xmlns:a="http://schemas.openxmlformats.org/drawingml/2006/main">
              <a:ext uri="{FF2B5EF4-FFF2-40B4-BE49-F238E27FC236}">
                <a16:creationId xmlns:a16="http://schemas.microsoft.com/office/drawing/2014/main" id="{9000ED84-2FCA-4DA5-BA98-CC0754F3D249}"/>
              </a:ext>
            </a:extLst>
          </p:cNvPr>
          <p:cNvSpPr>
            <a:spLocks xmlns:a="http://schemas.openxmlformats.org/drawingml/2006/main" noGrp="1"/>
          </p:cNvSpPr>
          <p:nvPr/>
        </p:nvSpPr>
        <p:spPr>
          <a:xfrm xmlns:a="http://schemas.openxmlformats.org/drawingml/2006/main">
            <a:off x="9572625" y="4381500"/>
            <a:ext cx="38100" cy="428625"/>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2A0F1D3-639D-4B0C-8440-08665774066A}"/>
              </a:ext>
            </a:extLst>
          </p:cNvPr>
          <p:cNvSpPr>
            <a:spLocks xmlns:a="http://schemas.openxmlformats.org/drawingml/2006/main" noGrp="1"/>
          </p:cNvSpPr>
          <p:nvPr/>
        </p:nvSpPr>
        <p:spPr>
          <a:xfrm xmlns:a="http://schemas.openxmlformats.org/drawingml/2006/main">
            <a:off x="7953375" y="4810125"/>
            <a:ext cx="323850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BA8FF"/>
            </a:solidFill>
            <a:prstDash val="solid"/>
          </a:ln>
        </p:spPr>
      </p:sp>
      <p:sp>
        <p:nvSpPr>
          <p:cNvPr id="31" name="">
            <a:extLst xmlns:a="http://schemas.openxmlformats.org/drawingml/2006/main">
              <a:ext uri="{FF2B5EF4-FFF2-40B4-BE49-F238E27FC236}">
                <a16:creationId xmlns:a16="http://schemas.microsoft.com/office/drawing/2014/main" id="{9095FF4E-D760-452C-ABFC-AC4674ED8616}"/>
              </a:ext>
            </a:extLst>
          </p:cNvPr>
          <p:cNvSpPr>
            <a:spLocks xmlns:a="http://schemas.openxmlformats.org/drawingml/2006/main" noGrp="1"/>
          </p:cNvSpPr>
          <p:nvPr/>
        </p:nvSpPr>
        <p:spPr>
          <a:xfrm xmlns:a="http://schemas.openxmlformats.org/drawingml/2006/main">
            <a:off x="7953375" y="4810125"/>
            <a:ext cx="95250" cy="9525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42ACA6E-7138-4256-BEE3-8AA2D0B112D3}"/>
              </a:ext>
            </a:extLst>
          </p:cNvPr>
          <p:cNvSpPr>
            <a:spLocks xmlns:a="http://schemas.openxmlformats.org/drawingml/2006/main" noGrp="1"/>
          </p:cNvSpPr>
          <p:nvPr/>
        </p:nvSpPr>
        <p:spPr>
          <a:xfrm xmlns:a="http://schemas.openxmlformats.org/drawingml/2006/main">
            <a:off x="8220075" y="4962525"/>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Flying enemy</a:t>
            </a:r>
          </a:p>
        </p:txBody>
      </p:sp>
      <p:sp>
        <p:nvSpPr>
          <p:cNvPr id="33" name="">
            <a:extLst xmlns:a="http://schemas.openxmlformats.org/drawingml/2006/main">
              <a:ext uri="{FF2B5EF4-FFF2-40B4-BE49-F238E27FC236}">
                <a16:creationId xmlns:a16="http://schemas.microsoft.com/office/drawing/2014/main" id="{CF02E32F-1597-4EC3-98D2-DCFEBE7DD6AF}"/>
              </a:ext>
            </a:extLst>
          </p:cNvPr>
          <p:cNvSpPr>
            <a:spLocks xmlns:a="http://schemas.openxmlformats.org/drawingml/2006/main" noGrp="1"/>
          </p:cNvSpPr>
          <p:nvPr/>
        </p:nvSpPr>
        <p:spPr>
          <a:xfrm xmlns:a="http://schemas.openxmlformats.org/drawingml/2006/main">
            <a:off x="8220075" y="5295900"/>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Weighted steering</a:t>
            </a:r>
          </a:p>
        </p:txBody>
      </p:sp>
    </p:spTree>
    <p:extLst>
      <p:ext uri="{BB962C8B-B14F-4D97-AF65-F5344CB8AC3E}">
        <p14:creationId xmlns:p14="http://schemas.microsoft.com/office/powerpoint/2010/main" val="524252942"/>
      </p:ext>
    </p:extLst>
  </p:cSld>
</p:sld>
</file>

<file path=ppt/slides/slide4.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D94CDDA-9B66-45D1-9F04-874D256A7DC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3E6102-ED2C-4F3F-B0C9-8CB6359E9F13}"/>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ADAPTIVE AI</a:t>
            </a:r>
          </a:p>
        </p:txBody>
      </p:sp>
      <p:sp>
        <p:nvSpPr>
          <p:cNvPr id="3" name="">
            <a:extLst xmlns:a="http://schemas.openxmlformats.org/drawingml/2006/main">
              <a:ext uri="{FF2B5EF4-FFF2-40B4-BE49-F238E27FC236}">
                <a16:creationId xmlns:a16="http://schemas.microsoft.com/office/drawing/2014/main" id="{C495FBCB-41FF-4B8D-A50A-2B59C6F77CCD}"/>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Arena progress drives enemy pressure</a:t>
            </a:r>
          </a:p>
        </p:txBody>
      </p:sp>
      <p:sp>
        <p:nvSpPr>
          <p:cNvPr id="4" name="">
            <a:extLst xmlns:a="http://schemas.openxmlformats.org/drawingml/2006/main">
              <a:ext uri="{FF2B5EF4-FFF2-40B4-BE49-F238E27FC236}">
                <a16:creationId xmlns:a16="http://schemas.microsoft.com/office/drawing/2014/main" id="{C0D401E4-65F6-4885-BEFE-F20074774DCD}"/>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DCBB68E-FBEC-48AD-B888-7CBB57826975}"/>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BF737E53-38DF-44C2-85F6-2405FF6DE4E5}"/>
              </a:ext>
            </a:extLst>
          </p:cNvPr>
          <p:cNvSpPr>
            <a:spLocks xmlns:a="http://schemas.openxmlformats.org/drawingml/2006/main" noGrp="1"/>
          </p:cNvSpPr>
          <p:nvPr/>
        </p:nvSpPr>
        <p:spPr>
          <a:xfrm xmlns:a="http://schemas.openxmlformats.org/drawingml/2006/main">
            <a:off x="704850" y="16573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Puzzle completion becomes an AI input</a:t>
            </a:r>
          </a:p>
        </p:txBody>
      </p:sp>
      <p:sp>
        <p:nvSpPr>
          <p:cNvPr id="7" name="">
            <a:extLst xmlns:a="http://schemas.openxmlformats.org/drawingml/2006/main">
              <a:ext uri="{FF2B5EF4-FFF2-40B4-BE49-F238E27FC236}">
                <a16:creationId xmlns:a16="http://schemas.microsoft.com/office/drawing/2014/main" id="{C66F2C3E-FBB9-4148-B6C5-99ACE0A4DEC1}"/>
              </a:ext>
            </a:extLst>
          </p:cNvPr>
          <p:cNvSpPr>
            <a:spLocks xmlns:a="http://schemas.openxmlformats.org/drawingml/2006/main" noGrp="1"/>
          </p:cNvSpPr>
          <p:nvPr/>
        </p:nvSpPr>
        <p:spPr>
          <a:xfrm xmlns:a="http://schemas.openxmlformats.org/drawingml/2006/main">
            <a:off x="876300" y="26098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defRPr sz="1350" b="1">
                <a:solidFill>
                  <a:srgbClr val="A9B7CB"/>
                </a:solidFill>
                <a:latin typeface="Aptos"/>
                <a:ea typeface="Aptos"/>
                <a:cs typeface="Aptos"/>
              </a:defRPr>
            </a:defPPr>
            <a:lvl1pPr>
              <a:defRPr sz="1350" b="1">
                <a:solidFill>
                  <a:srgbClr val="A9B7CB"/>
                </a:solidFill>
                <a:latin typeface="Aptos"/>
                <a:ea typeface="Aptos"/>
                <a:cs typeface="Aptos"/>
              </a:defRPr>
            </a:lvl1pPr>
            <a:lvl2pPr>
              <a:defRPr sz="1350" b="1">
                <a:solidFill>
                  <a:srgbClr val="A9B7CB"/>
                </a:solidFill>
                <a:latin typeface="Aptos"/>
                <a:ea typeface="Aptos"/>
                <a:cs typeface="Aptos"/>
              </a:defRPr>
            </a:lvl2pPr>
            <a:lvl3pPr>
              <a:defRPr sz="1350" b="1">
                <a:solidFill>
                  <a:srgbClr val="A9B7CB"/>
                </a:solidFill>
                <a:latin typeface="Aptos"/>
                <a:ea typeface="Aptos"/>
                <a:cs typeface="Aptos"/>
              </a:defRPr>
            </a:lvl3pPr>
            <a:lvl4pPr>
              <a:defRPr sz="1350" b="1">
                <a:solidFill>
                  <a:srgbClr val="A9B7CB"/>
                </a:solidFill>
                <a:latin typeface="Aptos"/>
                <a:ea typeface="Aptos"/>
                <a:cs typeface="Aptos"/>
              </a:defRPr>
            </a:lvl4pPr>
            <a:lvl5pPr>
              <a:defRPr sz="1350" b="1">
                <a:solidFill>
                  <a:srgbClr val="A9B7CB"/>
                </a:solidFill>
                <a:latin typeface="Aptos"/>
                <a:ea typeface="Aptos"/>
                <a:cs typeface="Aptos"/>
              </a:defRPr>
            </a:lvl5pPr>
            <a:lvl6pPr>
              <a:defRPr sz="1350" b="1">
                <a:solidFill>
                  <a:srgbClr val="A9B7CB"/>
                </a:solidFill>
                <a:latin typeface="Aptos"/>
                <a:ea typeface="Aptos"/>
                <a:cs typeface="Aptos"/>
              </a:defRPr>
            </a:lvl6pPr>
            <a:lvl7pPr>
              <a:defRPr sz="1350" b="1">
                <a:solidFill>
                  <a:srgbClr val="A9B7CB"/>
                </a:solidFill>
                <a:latin typeface="Aptos"/>
                <a:ea typeface="Aptos"/>
                <a:cs typeface="Aptos"/>
              </a:defRPr>
            </a:lvl7pPr>
            <a:lvl8pPr>
              <a:defRPr sz="1350" b="1">
                <a:solidFill>
                  <a:srgbClr val="A9B7CB"/>
                </a:solidFill>
                <a:latin typeface="Aptos"/>
                <a:ea typeface="Aptos"/>
                <a:cs typeface="Aptos"/>
              </a:defRPr>
            </a:lvl8pPr>
            <a:lvl9pPr>
              <a:defRPr sz="1350" b="1">
                <a:solidFill>
                  <a:srgbClr val="A9B7CB"/>
                </a:solidFill>
                <a:latin typeface="Aptos"/>
                <a:ea typeface="Aptos"/>
                <a:cs typeface="Aptos"/>
              </a:defRPr>
            </a:lvl9pPr>
          </a:lstStyle>
          <a:p xmlns:a="http://schemas.openxmlformats.org/drawingml/2006/main">
            <a:pPr>
              <a:defRPr sz="1350" b="1">
                <a:solidFill>
                  <a:srgbClr val="A9B7CB"/>
                </a:solidFill>
                <a:latin typeface="Aptos"/>
                <a:ea typeface="Aptos"/>
                <a:cs typeface="Aptos"/>
              </a:defRPr>
            </a:pPr>
            <a:r>
              <a:rPr sz="1350" b="1">
                <a:solidFill>
                  <a:srgbClr val="A9B7CB"/>
                </a:solidFill>
                <a:latin typeface="Aptos"/>
                <a:ea typeface="Aptos"/>
                <a:cs typeface="Aptos"/>
              </a:rPr>
              <a:t>0%</a:t>
            </a:r>
          </a:p>
        </p:txBody>
      </p:sp>
      <p:sp>
        <p:nvSpPr>
          <p:cNvPr id="8" name="">
            <a:extLst xmlns:a="http://schemas.openxmlformats.org/drawingml/2006/main">
              <a:ext uri="{FF2B5EF4-FFF2-40B4-BE49-F238E27FC236}">
                <a16:creationId xmlns:a16="http://schemas.microsoft.com/office/drawing/2014/main" id="{4AD889B6-1236-4940-9BAD-673512947B70}"/>
              </a:ext>
            </a:extLst>
          </p:cNvPr>
          <p:cNvSpPr>
            <a:spLocks xmlns:a="http://schemas.openxmlformats.org/drawingml/2006/main" noGrp="1"/>
          </p:cNvSpPr>
          <p:nvPr/>
        </p:nvSpPr>
        <p:spPr>
          <a:xfrm xmlns:a="http://schemas.openxmlformats.org/drawingml/2006/main">
            <a:off x="10287000" y="26098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444"/>
          </a:bodyPr>
          <a:lstStyle xmlns:a="http://schemas.openxmlformats.org/drawingml/2006/main">
            <a:defPPr>
              <a:defRPr sz="1350" b="1">
                <a:solidFill>
                  <a:srgbClr val="A9B7CB"/>
                </a:solidFill>
                <a:latin typeface="Aptos"/>
                <a:ea typeface="Aptos"/>
                <a:cs typeface="Aptos"/>
              </a:defRPr>
            </a:defPPr>
            <a:lvl1pPr>
              <a:defRPr sz="1350" b="1">
                <a:solidFill>
                  <a:srgbClr val="A9B7CB"/>
                </a:solidFill>
                <a:latin typeface="Aptos"/>
                <a:ea typeface="Aptos"/>
                <a:cs typeface="Aptos"/>
              </a:defRPr>
            </a:lvl1pPr>
            <a:lvl2pPr>
              <a:defRPr sz="1350" b="1">
                <a:solidFill>
                  <a:srgbClr val="A9B7CB"/>
                </a:solidFill>
                <a:latin typeface="Aptos"/>
                <a:ea typeface="Aptos"/>
                <a:cs typeface="Aptos"/>
              </a:defRPr>
            </a:lvl2pPr>
            <a:lvl3pPr>
              <a:defRPr sz="1350" b="1">
                <a:solidFill>
                  <a:srgbClr val="A9B7CB"/>
                </a:solidFill>
                <a:latin typeface="Aptos"/>
                <a:ea typeface="Aptos"/>
                <a:cs typeface="Aptos"/>
              </a:defRPr>
            </a:lvl3pPr>
            <a:lvl4pPr>
              <a:defRPr sz="1350" b="1">
                <a:solidFill>
                  <a:srgbClr val="A9B7CB"/>
                </a:solidFill>
                <a:latin typeface="Aptos"/>
                <a:ea typeface="Aptos"/>
                <a:cs typeface="Aptos"/>
              </a:defRPr>
            </a:lvl4pPr>
            <a:lvl5pPr>
              <a:defRPr sz="1350" b="1">
                <a:solidFill>
                  <a:srgbClr val="A9B7CB"/>
                </a:solidFill>
                <a:latin typeface="Aptos"/>
                <a:ea typeface="Aptos"/>
                <a:cs typeface="Aptos"/>
              </a:defRPr>
            </a:lvl5pPr>
            <a:lvl6pPr>
              <a:defRPr sz="1350" b="1">
                <a:solidFill>
                  <a:srgbClr val="A9B7CB"/>
                </a:solidFill>
                <a:latin typeface="Aptos"/>
                <a:ea typeface="Aptos"/>
                <a:cs typeface="Aptos"/>
              </a:defRPr>
            </a:lvl6pPr>
            <a:lvl7pPr>
              <a:defRPr sz="1350" b="1">
                <a:solidFill>
                  <a:srgbClr val="A9B7CB"/>
                </a:solidFill>
                <a:latin typeface="Aptos"/>
                <a:ea typeface="Aptos"/>
                <a:cs typeface="Aptos"/>
              </a:defRPr>
            </a:lvl7pPr>
            <a:lvl8pPr>
              <a:defRPr sz="1350" b="1">
                <a:solidFill>
                  <a:srgbClr val="A9B7CB"/>
                </a:solidFill>
                <a:latin typeface="Aptos"/>
                <a:ea typeface="Aptos"/>
                <a:cs typeface="Aptos"/>
              </a:defRPr>
            </a:lvl8pPr>
            <a:lvl9pPr>
              <a:defRPr sz="1350" b="1">
                <a:solidFill>
                  <a:srgbClr val="A9B7CB"/>
                </a:solidFill>
                <a:latin typeface="Aptos"/>
                <a:ea typeface="Aptos"/>
                <a:cs typeface="Aptos"/>
              </a:defRPr>
            </a:lvl9pPr>
          </a:lstStyle>
          <a:p xmlns:a="http://schemas.openxmlformats.org/drawingml/2006/main">
            <a:pPr>
              <a:defRPr sz="1350" b="1">
                <a:solidFill>
                  <a:srgbClr val="A9B7CB"/>
                </a:solidFill>
                <a:latin typeface="Aptos"/>
                <a:ea typeface="Aptos"/>
                <a:cs typeface="Aptos"/>
              </a:defRPr>
            </a:pPr>
            <a:r>
              <a:rPr sz="1350" b="1">
                <a:solidFill>
                  <a:srgbClr val="A9B7CB"/>
                </a:solidFill>
                <a:latin typeface="Aptos"/>
                <a:ea typeface="Aptos"/>
                <a:cs typeface="Aptos"/>
              </a:rPr>
              <a:t>100%</a:t>
            </a:r>
          </a:p>
        </p:txBody>
      </p:sp>
      <p:sp>
        <p:nvSpPr>
          <p:cNvPr id="9" name="">
            <a:extLst xmlns:a="http://schemas.openxmlformats.org/drawingml/2006/main">
              <a:ext uri="{FF2B5EF4-FFF2-40B4-BE49-F238E27FC236}">
                <a16:creationId xmlns:a16="http://schemas.microsoft.com/office/drawing/2014/main" id="{DA0FA752-A100-4067-81DC-A48C51C7F8C7}"/>
              </a:ext>
            </a:extLst>
          </p:cNvPr>
          <p:cNvSpPr>
            <a:spLocks xmlns:a="http://schemas.openxmlformats.org/drawingml/2006/main" noGrp="1"/>
          </p:cNvSpPr>
          <p:nvPr/>
        </p:nvSpPr>
        <p:spPr>
          <a:xfrm xmlns:a="http://schemas.openxmlformats.org/drawingml/2006/main">
            <a:off x="1333500" y="2724150"/>
            <a:ext cx="8763000" cy="9525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3F55CDB-F35C-4C95-853B-46C75DF0B98C}"/>
              </a:ext>
            </a:extLst>
          </p:cNvPr>
          <p:cNvSpPr>
            <a:spLocks xmlns:a="http://schemas.openxmlformats.org/drawingml/2006/main" noGrp="1"/>
          </p:cNvSpPr>
          <p:nvPr/>
        </p:nvSpPr>
        <p:spPr>
          <a:xfrm xmlns:a="http://schemas.openxmlformats.org/drawingml/2006/main">
            <a:off x="1276350" y="2581275"/>
            <a:ext cx="381000" cy="381000"/>
          </a:xfrm>
          <a:prstGeom xmlns:a="http://schemas.openxmlformats.org/drawingml/2006/main" prst="ellipse">
            <a:avLst/>
          </a:prstGeom>
          <a:solidFill xmlns:a="http://schemas.openxmlformats.org/drawingml/2006/main">
            <a:srgbClr val="45D98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BAF9ADC-4DBB-46AB-9349-65A57B53BAE4}"/>
              </a:ext>
            </a:extLst>
          </p:cNvPr>
          <p:cNvSpPr>
            <a:spLocks xmlns:a="http://schemas.openxmlformats.org/drawingml/2006/main" noGrp="1"/>
          </p:cNvSpPr>
          <p:nvPr/>
        </p:nvSpPr>
        <p:spPr>
          <a:xfrm xmlns:a="http://schemas.openxmlformats.org/drawingml/2006/main">
            <a:off x="9886950" y="2581275"/>
            <a:ext cx="381000" cy="381000"/>
          </a:xfrm>
          <a:prstGeom xmlns:a="http://schemas.openxmlformats.org/drawingml/2006/main" prst="ellipse">
            <a:avLst/>
          </a:prstGeom>
          <a:solidFill xmlns:a="http://schemas.openxmlformats.org/drawingml/2006/main">
            <a:srgbClr val="F64D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7998C1C-142B-44A9-AB3A-FD55C0F34D3F}"/>
              </a:ext>
            </a:extLst>
          </p:cNvPr>
          <p:cNvSpPr>
            <a:spLocks xmlns:a="http://schemas.openxmlformats.org/drawingml/2006/main" noGrp="1"/>
          </p:cNvSpPr>
          <p:nvPr/>
        </p:nvSpPr>
        <p:spPr>
          <a:xfrm xmlns:a="http://schemas.openxmlformats.org/drawingml/2006/main">
            <a:off x="4438650" y="23336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defRPr sz="1275" b="1">
                <a:solidFill>
                  <a:srgbClr val="4BA8FF"/>
                </a:solidFill>
                <a:latin typeface="Aptos"/>
                <a:ea typeface="Aptos"/>
                <a:cs typeface="Aptos"/>
              </a:defRPr>
            </a:defPPr>
            <a:lvl1pPr>
              <a:defRPr sz="1275" b="1">
                <a:solidFill>
                  <a:srgbClr val="4BA8FF"/>
                </a:solidFill>
                <a:latin typeface="Aptos"/>
                <a:ea typeface="Aptos"/>
                <a:cs typeface="Aptos"/>
              </a:defRPr>
            </a:lvl1pPr>
            <a:lvl2pPr>
              <a:defRPr sz="1275" b="1">
                <a:solidFill>
                  <a:srgbClr val="4BA8FF"/>
                </a:solidFill>
                <a:latin typeface="Aptos"/>
                <a:ea typeface="Aptos"/>
                <a:cs typeface="Aptos"/>
              </a:defRPr>
            </a:lvl2pPr>
            <a:lvl3pPr>
              <a:defRPr sz="1275" b="1">
                <a:solidFill>
                  <a:srgbClr val="4BA8FF"/>
                </a:solidFill>
                <a:latin typeface="Aptos"/>
                <a:ea typeface="Aptos"/>
                <a:cs typeface="Aptos"/>
              </a:defRPr>
            </a:lvl3pPr>
            <a:lvl4pPr>
              <a:defRPr sz="1275" b="1">
                <a:solidFill>
                  <a:srgbClr val="4BA8FF"/>
                </a:solidFill>
                <a:latin typeface="Aptos"/>
                <a:ea typeface="Aptos"/>
                <a:cs typeface="Aptos"/>
              </a:defRPr>
            </a:lvl4pPr>
            <a:lvl5pPr>
              <a:defRPr sz="1275" b="1">
                <a:solidFill>
                  <a:srgbClr val="4BA8FF"/>
                </a:solidFill>
                <a:latin typeface="Aptos"/>
                <a:ea typeface="Aptos"/>
                <a:cs typeface="Aptos"/>
              </a:defRPr>
            </a:lvl5pPr>
            <a:lvl6pPr>
              <a:defRPr sz="1275" b="1">
                <a:solidFill>
                  <a:srgbClr val="4BA8FF"/>
                </a:solidFill>
                <a:latin typeface="Aptos"/>
                <a:ea typeface="Aptos"/>
                <a:cs typeface="Aptos"/>
              </a:defRPr>
            </a:lvl6pPr>
            <a:lvl7pPr>
              <a:defRPr sz="1275" b="1">
                <a:solidFill>
                  <a:srgbClr val="4BA8FF"/>
                </a:solidFill>
                <a:latin typeface="Aptos"/>
                <a:ea typeface="Aptos"/>
                <a:cs typeface="Aptos"/>
              </a:defRPr>
            </a:lvl7pPr>
            <a:lvl8pPr>
              <a:defRPr sz="1275" b="1">
                <a:solidFill>
                  <a:srgbClr val="4BA8FF"/>
                </a:solidFill>
                <a:latin typeface="Aptos"/>
                <a:ea typeface="Aptos"/>
                <a:cs typeface="Aptos"/>
              </a:defRPr>
            </a:lvl8pPr>
            <a:lvl9pPr>
              <a:defRPr sz="1275" b="1">
                <a:solidFill>
                  <a:srgbClr val="4BA8FF"/>
                </a:solidFill>
                <a:latin typeface="Aptos"/>
                <a:ea typeface="Aptos"/>
                <a:cs typeface="Aptos"/>
              </a:defRPr>
            </a:lvl9pPr>
          </a:lstStyle>
          <a:p xmlns:a="http://schemas.openxmlformats.org/drawingml/2006/main">
            <a:pPr>
              <a:defRPr sz="1275" b="1">
                <a:solidFill>
                  <a:srgbClr val="4BA8FF"/>
                </a:solidFill>
                <a:latin typeface="Aptos"/>
                <a:ea typeface="Aptos"/>
                <a:cs typeface="Aptos"/>
              </a:defRPr>
            </a:pPr>
            <a:r>
              <a:rPr sz="1275" b="1">
                <a:solidFill>
                  <a:srgbClr val="4BA8FF"/>
                </a:solidFill>
                <a:latin typeface="Aptos"/>
                <a:ea typeface="Aptos"/>
                <a:cs typeface="Aptos"/>
              </a:rPr>
              <a:t>FRGBProgressValue</a:t>
            </a:r>
          </a:p>
        </p:txBody>
      </p:sp>
      <p:sp>
        <p:nvSpPr>
          <p:cNvPr id="13" name="">
            <a:extLst xmlns:a="http://schemas.openxmlformats.org/drawingml/2006/main">
              <a:ext uri="{FF2B5EF4-FFF2-40B4-BE49-F238E27FC236}">
                <a16:creationId xmlns:a16="http://schemas.microsoft.com/office/drawing/2014/main" id="{152BB0C6-62E2-4AC4-9EB1-B2A382CB7368}"/>
              </a:ext>
            </a:extLst>
          </p:cNvPr>
          <p:cNvSpPr>
            <a:spLocks xmlns:a="http://schemas.openxmlformats.org/drawingml/2006/main" noGrp="1"/>
          </p:cNvSpPr>
          <p:nvPr/>
        </p:nvSpPr>
        <p:spPr>
          <a:xfrm xmlns:a="http://schemas.openxmlformats.org/drawingml/2006/main">
            <a:off x="857250" y="3524250"/>
            <a:ext cx="3143250" cy="1066800"/>
          </a:xfrm>
          <a:prstGeom xmlns:a="http://schemas.openxmlformats.org/drawingml/2006/main" prst="roundRect">
            <a:avLst>
              <a:gd name="adj" fmla="val 10714"/>
            </a:avLst>
          </a:prstGeom>
          <a:solidFill xmlns:a="http://schemas.openxmlformats.org/drawingml/2006/main">
            <a:srgbClr val="17263D"/>
          </a:solidFill>
          <a:ln xmlns:a="http://schemas.openxmlformats.org/drawingml/2006/main" w="19050">
            <a:solidFill>
              <a:srgbClr val="4BA8FF"/>
            </a:solidFill>
            <a:prstDash val="solid"/>
          </a:ln>
        </p:spPr>
      </p:sp>
      <p:sp>
        <p:nvSpPr>
          <p:cNvPr id="14" name="">
            <a:extLst xmlns:a="http://schemas.openxmlformats.org/drawingml/2006/main">
              <a:ext uri="{FF2B5EF4-FFF2-40B4-BE49-F238E27FC236}">
                <a16:creationId xmlns:a16="http://schemas.microsoft.com/office/drawing/2014/main" id="{AFC1664A-6AF3-4055-9A3C-9FF8D80A4E26}"/>
              </a:ext>
            </a:extLst>
          </p:cNvPr>
          <p:cNvSpPr>
            <a:spLocks xmlns:a="http://schemas.openxmlformats.org/drawingml/2006/main" noGrp="1"/>
          </p:cNvSpPr>
          <p:nvPr/>
        </p:nvSpPr>
        <p:spPr>
          <a:xfrm xmlns:a="http://schemas.openxmlformats.org/drawingml/2006/main">
            <a:off x="857250" y="3524250"/>
            <a:ext cx="95250" cy="10668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3B8F202-0300-4CEC-BFA5-A21E43C2844C}"/>
              </a:ext>
            </a:extLst>
          </p:cNvPr>
          <p:cNvSpPr>
            <a:spLocks xmlns:a="http://schemas.openxmlformats.org/drawingml/2006/main" noGrp="1"/>
          </p:cNvSpPr>
          <p:nvPr/>
        </p:nvSpPr>
        <p:spPr>
          <a:xfrm xmlns:a="http://schemas.openxmlformats.org/drawingml/2006/main">
            <a:off x="1123950" y="36766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1">
                <a:solidFill>
                  <a:srgbClr val="F6F8FC"/>
                </a:solidFill>
                <a:latin typeface="Aptos"/>
                <a:ea typeface="Aptos"/>
                <a:cs typeface="Aptos"/>
              </a:defRPr>
            </a:defPPr>
            <a:lvl1pPr>
              <a:defRPr sz="1575" b="1">
                <a:solidFill>
                  <a:srgbClr val="F6F8FC"/>
                </a:solidFill>
                <a:latin typeface="Aptos"/>
                <a:ea typeface="Aptos"/>
                <a:cs typeface="Aptos"/>
              </a:defRPr>
            </a:lvl1pPr>
            <a:lvl2pPr>
              <a:defRPr sz="1575" b="1">
                <a:solidFill>
                  <a:srgbClr val="F6F8FC"/>
                </a:solidFill>
                <a:latin typeface="Aptos"/>
                <a:ea typeface="Aptos"/>
                <a:cs typeface="Aptos"/>
              </a:defRPr>
            </a:lvl2pPr>
            <a:lvl3pPr>
              <a:defRPr sz="1575" b="1">
                <a:solidFill>
                  <a:srgbClr val="F6F8FC"/>
                </a:solidFill>
                <a:latin typeface="Aptos"/>
                <a:ea typeface="Aptos"/>
                <a:cs typeface="Aptos"/>
              </a:defRPr>
            </a:lvl3pPr>
            <a:lvl4pPr>
              <a:defRPr sz="1575" b="1">
                <a:solidFill>
                  <a:srgbClr val="F6F8FC"/>
                </a:solidFill>
                <a:latin typeface="Aptos"/>
                <a:ea typeface="Aptos"/>
                <a:cs typeface="Aptos"/>
              </a:defRPr>
            </a:lvl4pPr>
            <a:lvl5pPr>
              <a:defRPr sz="1575" b="1">
                <a:solidFill>
                  <a:srgbClr val="F6F8FC"/>
                </a:solidFill>
                <a:latin typeface="Aptos"/>
                <a:ea typeface="Aptos"/>
                <a:cs typeface="Aptos"/>
              </a:defRPr>
            </a:lvl5pPr>
            <a:lvl6pPr>
              <a:defRPr sz="1575" b="1">
                <a:solidFill>
                  <a:srgbClr val="F6F8FC"/>
                </a:solidFill>
                <a:latin typeface="Aptos"/>
                <a:ea typeface="Aptos"/>
                <a:cs typeface="Aptos"/>
              </a:defRPr>
            </a:lvl6pPr>
            <a:lvl7pPr>
              <a:defRPr sz="1575" b="1">
                <a:solidFill>
                  <a:srgbClr val="F6F8FC"/>
                </a:solidFill>
                <a:latin typeface="Aptos"/>
                <a:ea typeface="Aptos"/>
                <a:cs typeface="Aptos"/>
              </a:defRPr>
            </a:lvl7pPr>
            <a:lvl8pPr>
              <a:defRPr sz="1575" b="1">
                <a:solidFill>
                  <a:srgbClr val="F6F8FC"/>
                </a:solidFill>
                <a:latin typeface="Aptos"/>
                <a:ea typeface="Aptos"/>
                <a:cs typeface="Aptos"/>
              </a:defRPr>
            </a:lvl8pPr>
            <a:lvl9pPr>
              <a:defRPr sz="1575" b="1">
                <a:solidFill>
                  <a:srgbClr val="F6F8FC"/>
                </a:solidFill>
                <a:latin typeface="Aptos"/>
                <a:ea typeface="Aptos"/>
                <a:cs typeface="Aptos"/>
              </a:defRPr>
            </a:lvl9pPr>
          </a:lstStyle>
          <a:p xmlns:a="http://schemas.openxmlformats.org/drawingml/2006/main">
            <a:pPr>
              <a:defRPr sz="1575" b="1">
                <a:solidFill>
                  <a:srgbClr val="F6F8FC"/>
                </a:solidFill>
                <a:latin typeface="Aptos"/>
                <a:ea typeface="Aptos"/>
                <a:cs typeface="Aptos"/>
              </a:defRPr>
            </a:pPr>
            <a:r>
              <a:rPr sz="1575" b="1">
                <a:solidFill>
                  <a:srgbClr val="F6F8FC"/>
                </a:solidFill>
                <a:latin typeface="Aptos"/>
                <a:ea typeface="Aptos"/>
                <a:cs typeface="Aptos"/>
              </a:rPr>
              <a:t>Coordination</a:t>
            </a:r>
          </a:p>
        </p:txBody>
      </p:sp>
      <p:sp>
        <p:nvSpPr>
          <p:cNvPr id="16" name="">
            <a:extLst xmlns:a="http://schemas.openxmlformats.org/drawingml/2006/main">
              <a:ext uri="{FF2B5EF4-FFF2-40B4-BE49-F238E27FC236}">
                <a16:creationId xmlns:a16="http://schemas.microsoft.com/office/drawing/2014/main" id="{B8C7393A-709F-4C20-ACF1-907B247F77D2}"/>
              </a:ext>
            </a:extLst>
          </p:cNvPr>
          <p:cNvSpPr>
            <a:spLocks xmlns:a="http://schemas.openxmlformats.org/drawingml/2006/main" noGrp="1"/>
          </p:cNvSpPr>
          <p:nvPr/>
        </p:nvSpPr>
        <p:spPr>
          <a:xfrm xmlns:a="http://schemas.openxmlformats.org/drawingml/2006/main">
            <a:off x="1123950" y="4010025"/>
            <a:ext cx="2705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Maximum attackers</a:t>
            </a:r>
          </a:p>
        </p:txBody>
      </p:sp>
      <p:sp>
        <p:nvSpPr>
          <p:cNvPr id="17" name="">
            <a:extLst xmlns:a="http://schemas.openxmlformats.org/drawingml/2006/main">
              <a:ext uri="{FF2B5EF4-FFF2-40B4-BE49-F238E27FC236}">
                <a16:creationId xmlns:a16="http://schemas.microsoft.com/office/drawing/2014/main" id="{27513CDE-53ED-4E7D-8F89-7DC4D602D35F}"/>
              </a:ext>
            </a:extLst>
          </p:cNvPr>
          <p:cNvSpPr>
            <a:spLocks xmlns:a="http://schemas.openxmlformats.org/drawingml/2006/main" noGrp="1"/>
          </p:cNvSpPr>
          <p:nvPr/>
        </p:nvSpPr>
        <p:spPr>
          <a:xfrm xmlns:a="http://schemas.openxmlformats.org/drawingml/2006/main">
            <a:off x="4524375" y="3524250"/>
            <a:ext cx="3143250" cy="1066800"/>
          </a:xfrm>
          <a:prstGeom xmlns:a="http://schemas.openxmlformats.org/drawingml/2006/main" prst="roundRect">
            <a:avLst>
              <a:gd name="adj" fmla="val 10714"/>
            </a:avLst>
          </a:prstGeom>
          <a:solidFill xmlns:a="http://schemas.openxmlformats.org/drawingml/2006/main">
            <a:srgbClr val="17263D"/>
          </a:solidFill>
          <a:ln xmlns:a="http://schemas.openxmlformats.org/drawingml/2006/main" w="19050">
            <a:solidFill>
              <a:srgbClr val="45D98A"/>
            </a:solidFill>
            <a:prstDash val="solid"/>
          </a:ln>
        </p:spPr>
      </p:sp>
      <p:sp>
        <p:nvSpPr>
          <p:cNvPr id="18" name="">
            <a:extLst xmlns:a="http://schemas.openxmlformats.org/drawingml/2006/main">
              <a:ext uri="{FF2B5EF4-FFF2-40B4-BE49-F238E27FC236}">
                <a16:creationId xmlns:a16="http://schemas.microsoft.com/office/drawing/2014/main" id="{BED1490F-31CE-4FB5-AE6F-D9F38F96EA7C}"/>
              </a:ext>
            </a:extLst>
          </p:cNvPr>
          <p:cNvSpPr>
            <a:spLocks xmlns:a="http://schemas.openxmlformats.org/drawingml/2006/main" noGrp="1"/>
          </p:cNvSpPr>
          <p:nvPr/>
        </p:nvSpPr>
        <p:spPr>
          <a:xfrm xmlns:a="http://schemas.openxmlformats.org/drawingml/2006/main">
            <a:off x="4524375" y="3524250"/>
            <a:ext cx="95250" cy="10668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7A32F91-E948-4F05-AB5A-9344D57F410B}"/>
              </a:ext>
            </a:extLst>
          </p:cNvPr>
          <p:cNvSpPr>
            <a:spLocks xmlns:a="http://schemas.openxmlformats.org/drawingml/2006/main" noGrp="1"/>
          </p:cNvSpPr>
          <p:nvPr/>
        </p:nvSpPr>
        <p:spPr>
          <a:xfrm xmlns:a="http://schemas.openxmlformats.org/drawingml/2006/main">
            <a:off x="4791075" y="36766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1">
                <a:solidFill>
                  <a:srgbClr val="F6F8FC"/>
                </a:solidFill>
                <a:latin typeface="Aptos"/>
                <a:ea typeface="Aptos"/>
                <a:cs typeface="Aptos"/>
              </a:defRPr>
            </a:defPPr>
            <a:lvl1pPr>
              <a:defRPr sz="1575" b="1">
                <a:solidFill>
                  <a:srgbClr val="F6F8FC"/>
                </a:solidFill>
                <a:latin typeface="Aptos"/>
                <a:ea typeface="Aptos"/>
                <a:cs typeface="Aptos"/>
              </a:defRPr>
            </a:lvl1pPr>
            <a:lvl2pPr>
              <a:defRPr sz="1575" b="1">
                <a:solidFill>
                  <a:srgbClr val="F6F8FC"/>
                </a:solidFill>
                <a:latin typeface="Aptos"/>
                <a:ea typeface="Aptos"/>
                <a:cs typeface="Aptos"/>
              </a:defRPr>
            </a:lvl2pPr>
            <a:lvl3pPr>
              <a:defRPr sz="1575" b="1">
                <a:solidFill>
                  <a:srgbClr val="F6F8FC"/>
                </a:solidFill>
                <a:latin typeface="Aptos"/>
                <a:ea typeface="Aptos"/>
                <a:cs typeface="Aptos"/>
              </a:defRPr>
            </a:lvl3pPr>
            <a:lvl4pPr>
              <a:defRPr sz="1575" b="1">
                <a:solidFill>
                  <a:srgbClr val="F6F8FC"/>
                </a:solidFill>
                <a:latin typeface="Aptos"/>
                <a:ea typeface="Aptos"/>
                <a:cs typeface="Aptos"/>
              </a:defRPr>
            </a:lvl4pPr>
            <a:lvl5pPr>
              <a:defRPr sz="1575" b="1">
                <a:solidFill>
                  <a:srgbClr val="F6F8FC"/>
                </a:solidFill>
                <a:latin typeface="Aptos"/>
                <a:ea typeface="Aptos"/>
                <a:cs typeface="Aptos"/>
              </a:defRPr>
            </a:lvl5pPr>
            <a:lvl6pPr>
              <a:defRPr sz="1575" b="1">
                <a:solidFill>
                  <a:srgbClr val="F6F8FC"/>
                </a:solidFill>
                <a:latin typeface="Aptos"/>
                <a:ea typeface="Aptos"/>
                <a:cs typeface="Aptos"/>
              </a:defRPr>
            </a:lvl6pPr>
            <a:lvl7pPr>
              <a:defRPr sz="1575" b="1">
                <a:solidFill>
                  <a:srgbClr val="F6F8FC"/>
                </a:solidFill>
                <a:latin typeface="Aptos"/>
                <a:ea typeface="Aptos"/>
                <a:cs typeface="Aptos"/>
              </a:defRPr>
            </a:lvl7pPr>
            <a:lvl8pPr>
              <a:defRPr sz="1575" b="1">
                <a:solidFill>
                  <a:srgbClr val="F6F8FC"/>
                </a:solidFill>
                <a:latin typeface="Aptos"/>
                <a:ea typeface="Aptos"/>
                <a:cs typeface="Aptos"/>
              </a:defRPr>
            </a:lvl8pPr>
            <a:lvl9pPr>
              <a:defRPr sz="1575" b="1">
                <a:solidFill>
                  <a:srgbClr val="F6F8FC"/>
                </a:solidFill>
                <a:latin typeface="Aptos"/>
                <a:ea typeface="Aptos"/>
                <a:cs typeface="Aptos"/>
              </a:defRPr>
            </a:lvl9pPr>
          </a:lstStyle>
          <a:p xmlns:a="http://schemas.openxmlformats.org/drawingml/2006/main">
            <a:pPr>
              <a:defRPr sz="1575" b="1">
                <a:solidFill>
                  <a:srgbClr val="F6F8FC"/>
                </a:solidFill>
                <a:latin typeface="Aptos"/>
                <a:ea typeface="Aptos"/>
                <a:cs typeface="Aptos"/>
              </a:defRPr>
            </a:pPr>
            <a:r>
              <a:rPr sz="1575" b="1">
                <a:solidFill>
                  <a:srgbClr val="F6F8FC"/>
                </a:solidFill>
                <a:latin typeface="Aptos"/>
                <a:ea typeface="Aptos"/>
                <a:cs typeface="Aptos"/>
              </a:rPr>
              <a:t>Ground</a:t>
            </a:r>
          </a:p>
        </p:txBody>
      </p:sp>
      <p:sp>
        <p:nvSpPr>
          <p:cNvPr id="20" name="">
            <a:extLst xmlns:a="http://schemas.openxmlformats.org/drawingml/2006/main">
              <a:ext uri="{FF2B5EF4-FFF2-40B4-BE49-F238E27FC236}">
                <a16:creationId xmlns:a16="http://schemas.microsoft.com/office/drawing/2014/main" id="{8D7B2442-290E-409B-882C-987805D967E5}"/>
              </a:ext>
            </a:extLst>
          </p:cNvPr>
          <p:cNvSpPr>
            <a:spLocks xmlns:a="http://schemas.openxmlformats.org/drawingml/2006/main" noGrp="1"/>
          </p:cNvSpPr>
          <p:nvPr/>
        </p:nvSpPr>
        <p:spPr>
          <a:xfrm xmlns:a="http://schemas.openxmlformats.org/drawingml/2006/main">
            <a:off x="4791075" y="4010025"/>
            <a:ext cx="2705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Patrol, chase, detection</a:t>
            </a:r>
          </a:p>
        </p:txBody>
      </p:sp>
      <p:sp>
        <p:nvSpPr>
          <p:cNvPr id="21" name="">
            <a:extLst xmlns:a="http://schemas.openxmlformats.org/drawingml/2006/main">
              <a:ext uri="{FF2B5EF4-FFF2-40B4-BE49-F238E27FC236}">
                <a16:creationId xmlns:a16="http://schemas.microsoft.com/office/drawing/2014/main" id="{6819653B-DB64-4FF9-8A05-6729816B1466}"/>
              </a:ext>
            </a:extLst>
          </p:cNvPr>
          <p:cNvSpPr>
            <a:spLocks xmlns:a="http://schemas.openxmlformats.org/drawingml/2006/main" noGrp="1"/>
          </p:cNvSpPr>
          <p:nvPr/>
        </p:nvSpPr>
        <p:spPr>
          <a:xfrm xmlns:a="http://schemas.openxmlformats.org/drawingml/2006/main">
            <a:off x="8191500" y="3524250"/>
            <a:ext cx="3143250" cy="1066800"/>
          </a:xfrm>
          <a:prstGeom xmlns:a="http://schemas.openxmlformats.org/drawingml/2006/main" prst="roundRect">
            <a:avLst>
              <a:gd name="adj" fmla="val 10714"/>
            </a:avLst>
          </a:prstGeom>
          <a:solidFill xmlns:a="http://schemas.openxmlformats.org/drawingml/2006/main">
            <a:srgbClr val="17263D"/>
          </a:solidFill>
          <a:ln xmlns:a="http://schemas.openxmlformats.org/drawingml/2006/main" w="19050">
            <a:solidFill>
              <a:srgbClr val="F64D61"/>
            </a:solidFill>
            <a:prstDash val="solid"/>
          </a:ln>
        </p:spPr>
      </p:sp>
      <p:sp>
        <p:nvSpPr>
          <p:cNvPr id="22" name="">
            <a:extLst xmlns:a="http://schemas.openxmlformats.org/drawingml/2006/main">
              <a:ext uri="{FF2B5EF4-FFF2-40B4-BE49-F238E27FC236}">
                <a16:creationId xmlns:a16="http://schemas.microsoft.com/office/drawing/2014/main" id="{7EABC4CB-FFF8-4FA8-8086-C53B33724A3D}"/>
              </a:ext>
            </a:extLst>
          </p:cNvPr>
          <p:cNvSpPr>
            <a:spLocks xmlns:a="http://schemas.openxmlformats.org/drawingml/2006/main" noGrp="1"/>
          </p:cNvSpPr>
          <p:nvPr/>
        </p:nvSpPr>
        <p:spPr>
          <a:xfrm xmlns:a="http://schemas.openxmlformats.org/drawingml/2006/main">
            <a:off x="8191500" y="3524250"/>
            <a:ext cx="95250" cy="10668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1B2936A-4E1B-4E25-9593-ACE67521176C}"/>
              </a:ext>
            </a:extLst>
          </p:cNvPr>
          <p:cNvSpPr>
            <a:spLocks xmlns:a="http://schemas.openxmlformats.org/drawingml/2006/main" noGrp="1"/>
          </p:cNvSpPr>
          <p:nvPr/>
        </p:nvSpPr>
        <p:spPr>
          <a:xfrm xmlns:a="http://schemas.openxmlformats.org/drawingml/2006/main">
            <a:off x="8458200" y="36766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1">
                <a:solidFill>
                  <a:srgbClr val="F6F8FC"/>
                </a:solidFill>
                <a:latin typeface="Aptos"/>
                <a:ea typeface="Aptos"/>
                <a:cs typeface="Aptos"/>
              </a:defRPr>
            </a:defPPr>
            <a:lvl1pPr>
              <a:defRPr sz="1575" b="1">
                <a:solidFill>
                  <a:srgbClr val="F6F8FC"/>
                </a:solidFill>
                <a:latin typeface="Aptos"/>
                <a:ea typeface="Aptos"/>
                <a:cs typeface="Aptos"/>
              </a:defRPr>
            </a:lvl1pPr>
            <a:lvl2pPr>
              <a:defRPr sz="1575" b="1">
                <a:solidFill>
                  <a:srgbClr val="F6F8FC"/>
                </a:solidFill>
                <a:latin typeface="Aptos"/>
                <a:ea typeface="Aptos"/>
                <a:cs typeface="Aptos"/>
              </a:defRPr>
            </a:lvl2pPr>
            <a:lvl3pPr>
              <a:defRPr sz="1575" b="1">
                <a:solidFill>
                  <a:srgbClr val="F6F8FC"/>
                </a:solidFill>
                <a:latin typeface="Aptos"/>
                <a:ea typeface="Aptos"/>
                <a:cs typeface="Aptos"/>
              </a:defRPr>
            </a:lvl3pPr>
            <a:lvl4pPr>
              <a:defRPr sz="1575" b="1">
                <a:solidFill>
                  <a:srgbClr val="F6F8FC"/>
                </a:solidFill>
                <a:latin typeface="Aptos"/>
                <a:ea typeface="Aptos"/>
                <a:cs typeface="Aptos"/>
              </a:defRPr>
            </a:lvl4pPr>
            <a:lvl5pPr>
              <a:defRPr sz="1575" b="1">
                <a:solidFill>
                  <a:srgbClr val="F6F8FC"/>
                </a:solidFill>
                <a:latin typeface="Aptos"/>
                <a:ea typeface="Aptos"/>
                <a:cs typeface="Aptos"/>
              </a:defRPr>
            </a:lvl5pPr>
            <a:lvl6pPr>
              <a:defRPr sz="1575" b="1">
                <a:solidFill>
                  <a:srgbClr val="F6F8FC"/>
                </a:solidFill>
                <a:latin typeface="Aptos"/>
                <a:ea typeface="Aptos"/>
                <a:cs typeface="Aptos"/>
              </a:defRPr>
            </a:lvl6pPr>
            <a:lvl7pPr>
              <a:defRPr sz="1575" b="1">
                <a:solidFill>
                  <a:srgbClr val="F6F8FC"/>
                </a:solidFill>
                <a:latin typeface="Aptos"/>
                <a:ea typeface="Aptos"/>
                <a:cs typeface="Aptos"/>
              </a:defRPr>
            </a:lvl7pPr>
            <a:lvl8pPr>
              <a:defRPr sz="1575" b="1">
                <a:solidFill>
                  <a:srgbClr val="F6F8FC"/>
                </a:solidFill>
                <a:latin typeface="Aptos"/>
                <a:ea typeface="Aptos"/>
                <a:cs typeface="Aptos"/>
              </a:defRPr>
            </a:lvl8pPr>
            <a:lvl9pPr>
              <a:defRPr sz="1575" b="1">
                <a:solidFill>
                  <a:srgbClr val="F6F8FC"/>
                </a:solidFill>
                <a:latin typeface="Aptos"/>
                <a:ea typeface="Aptos"/>
                <a:cs typeface="Aptos"/>
              </a:defRPr>
            </a:lvl9pPr>
          </a:lstStyle>
          <a:p xmlns:a="http://schemas.openxmlformats.org/drawingml/2006/main">
            <a:pPr>
              <a:defRPr sz="1575" b="1">
                <a:solidFill>
                  <a:srgbClr val="F6F8FC"/>
                </a:solidFill>
                <a:latin typeface="Aptos"/>
                <a:ea typeface="Aptos"/>
                <a:cs typeface="Aptos"/>
              </a:defRPr>
            </a:pPr>
            <a:r>
              <a:rPr sz="1575" b="1">
                <a:solidFill>
                  <a:srgbClr val="F6F8FC"/>
                </a:solidFill>
                <a:latin typeface="Aptos"/>
                <a:ea typeface="Aptos"/>
                <a:cs typeface="Aptos"/>
              </a:rPr>
              <a:t>Teleporter and flying</a:t>
            </a:r>
          </a:p>
        </p:txBody>
      </p:sp>
      <p:sp>
        <p:nvSpPr>
          <p:cNvPr id="24" name="">
            <a:extLst xmlns:a="http://schemas.openxmlformats.org/drawingml/2006/main">
              <a:ext uri="{FF2B5EF4-FFF2-40B4-BE49-F238E27FC236}">
                <a16:creationId xmlns:a16="http://schemas.microsoft.com/office/drawing/2014/main" id="{CEA14E39-2947-4298-854C-11D4DC931B5F}"/>
              </a:ext>
            </a:extLst>
          </p:cNvPr>
          <p:cNvSpPr>
            <a:spLocks xmlns:a="http://schemas.openxmlformats.org/drawingml/2006/main" noGrp="1"/>
          </p:cNvSpPr>
          <p:nvPr/>
        </p:nvSpPr>
        <p:spPr>
          <a:xfrm xmlns:a="http://schemas.openxmlformats.org/drawingml/2006/main">
            <a:off x="8458200" y="4010025"/>
            <a:ext cx="2705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Timing, scoring, steering</a:t>
            </a:r>
          </a:p>
        </p:txBody>
      </p:sp>
      <p:sp>
        <p:nvSpPr>
          <p:cNvPr id="25" name="">
            <a:extLst xmlns:a="http://schemas.openxmlformats.org/drawingml/2006/main">
              <a:ext uri="{FF2B5EF4-FFF2-40B4-BE49-F238E27FC236}">
                <a16:creationId xmlns:a16="http://schemas.microsoft.com/office/drawing/2014/main" id="{58E3E6C2-CB2F-4C25-BAA9-D8CC9097712D}"/>
              </a:ext>
            </a:extLst>
          </p:cNvPr>
          <p:cNvSpPr>
            <a:spLocks xmlns:a="http://schemas.openxmlformats.org/drawingml/2006/main" noGrp="1"/>
          </p:cNvSpPr>
          <p:nvPr/>
        </p:nvSpPr>
        <p:spPr>
          <a:xfrm xmlns:a="http://schemas.openxmlformats.org/drawingml/2006/main">
            <a:off x="2095500" y="5219700"/>
            <a:ext cx="800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650" b="1">
                <a:solidFill>
                  <a:srgbClr val="F6F8FC"/>
                </a:solidFill>
                <a:latin typeface="Aptos"/>
                <a:ea typeface="Aptos"/>
                <a:cs typeface="Aptos"/>
              </a:defRPr>
            </a:defPPr>
            <a:lvl1pPr>
              <a:defRPr sz="1650" b="1">
                <a:solidFill>
                  <a:srgbClr val="F6F8FC"/>
                </a:solidFill>
                <a:latin typeface="Aptos"/>
                <a:ea typeface="Aptos"/>
                <a:cs typeface="Aptos"/>
              </a:defRPr>
            </a:lvl1pPr>
            <a:lvl2pPr>
              <a:defRPr sz="1650" b="1">
                <a:solidFill>
                  <a:srgbClr val="F6F8FC"/>
                </a:solidFill>
                <a:latin typeface="Aptos"/>
                <a:ea typeface="Aptos"/>
                <a:cs typeface="Aptos"/>
              </a:defRPr>
            </a:lvl2pPr>
            <a:lvl3pPr>
              <a:defRPr sz="1650" b="1">
                <a:solidFill>
                  <a:srgbClr val="F6F8FC"/>
                </a:solidFill>
                <a:latin typeface="Aptos"/>
                <a:ea typeface="Aptos"/>
                <a:cs typeface="Aptos"/>
              </a:defRPr>
            </a:lvl3pPr>
            <a:lvl4pPr>
              <a:defRPr sz="1650" b="1">
                <a:solidFill>
                  <a:srgbClr val="F6F8FC"/>
                </a:solidFill>
                <a:latin typeface="Aptos"/>
                <a:ea typeface="Aptos"/>
                <a:cs typeface="Aptos"/>
              </a:defRPr>
            </a:lvl4pPr>
            <a:lvl5pPr>
              <a:defRPr sz="1650" b="1">
                <a:solidFill>
                  <a:srgbClr val="F6F8FC"/>
                </a:solidFill>
                <a:latin typeface="Aptos"/>
                <a:ea typeface="Aptos"/>
                <a:cs typeface="Aptos"/>
              </a:defRPr>
            </a:lvl5pPr>
            <a:lvl6pPr>
              <a:defRPr sz="1650" b="1">
                <a:solidFill>
                  <a:srgbClr val="F6F8FC"/>
                </a:solidFill>
                <a:latin typeface="Aptos"/>
                <a:ea typeface="Aptos"/>
                <a:cs typeface="Aptos"/>
              </a:defRPr>
            </a:lvl6pPr>
            <a:lvl7pPr>
              <a:defRPr sz="1650" b="1">
                <a:solidFill>
                  <a:srgbClr val="F6F8FC"/>
                </a:solidFill>
                <a:latin typeface="Aptos"/>
                <a:ea typeface="Aptos"/>
                <a:cs typeface="Aptos"/>
              </a:defRPr>
            </a:lvl7pPr>
            <a:lvl8pPr>
              <a:defRPr sz="1650" b="1">
                <a:solidFill>
                  <a:srgbClr val="F6F8FC"/>
                </a:solidFill>
                <a:latin typeface="Aptos"/>
                <a:ea typeface="Aptos"/>
                <a:cs typeface="Aptos"/>
              </a:defRPr>
            </a:lvl8pPr>
            <a:lvl9pPr>
              <a:defRPr sz="1650" b="1">
                <a:solidFill>
                  <a:srgbClr val="F6F8FC"/>
                </a:solidFill>
                <a:latin typeface="Aptos"/>
                <a:ea typeface="Aptos"/>
                <a:cs typeface="Aptos"/>
              </a:defRPr>
            </a:lvl9pPr>
          </a:lstStyle>
          <a:p xmlns:a="http://schemas.openxmlformats.org/drawingml/2006/main">
            <a:pPr>
              <a:defRPr sz="1650" b="1">
                <a:solidFill>
                  <a:srgbClr val="F6F8FC"/>
                </a:solidFill>
                <a:latin typeface="Aptos"/>
                <a:ea typeface="Aptos"/>
                <a:cs typeface="Aptos"/>
              </a:defRPr>
            </a:pPr>
            <a:r>
              <a:rPr sz="1650" b="1">
                <a:solidFill>
                  <a:srgbClr val="F6F8FC"/>
                </a:solidFill>
                <a:latin typeface="Aptos"/>
                <a:ea typeface="Aptos"/>
                <a:cs typeface="Aptos"/>
              </a:rPr>
              <a:t>Endpoints interpolate linearly or through an optional response curve</a:t>
            </a:r>
          </a:p>
        </p:txBody>
      </p:sp>
      <p:sp>
        <p:nvSpPr>
          <p:cNvPr id="26" name="">
            <a:extLst xmlns:a="http://schemas.openxmlformats.org/drawingml/2006/main">
              <a:ext uri="{FF2B5EF4-FFF2-40B4-BE49-F238E27FC236}">
                <a16:creationId xmlns:a16="http://schemas.microsoft.com/office/drawing/2014/main" id="{CC9158CE-968A-402E-A7EB-E2B4A5BD5392}"/>
              </a:ext>
            </a:extLst>
          </p:cNvPr>
          <p:cNvSpPr>
            <a:spLocks xmlns:a="http://schemas.openxmlformats.org/drawingml/2006/main" noGrp="1"/>
          </p:cNvSpPr>
          <p:nvPr/>
        </p:nvSpPr>
        <p:spPr>
          <a:xfrm xmlns:a="http://schemas.openxmlformats.org/drawingml/2006/main">
            <a:off x="2762250" y="57340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defRPr sz="1275" b="0">
                <a:solidFill>
                  <a:srgbClr val="A9B7CB"/>
                </a:solidFill>
                <a:latin typeface="Aptos"/>
                <a:ea typeface="Aptos"/>
                <a:cs typeface="Aptos"/>
              </a:defRPr>
            </a:defPPr>
            <a:lvl1pPr>
              <a:defRPr sz="1275" b="0">
                <a:solidFill>
                  <a:srgbClr val="A9B7CB"/>
                </a:solidFill>
                <a:latin typeface="Aptos"/>
                <a:ea typeface="Aptos"/>
                <a:cs typeface="Aptos"/>
              </a:defRPr>
            </a:lvl1pPr>
            <a:lvl2pPr>
              <a:defRPr sz="1275" b="0">
                <a:solidFill>
                  <a:srgbClr val="A9B7CB"/>
                </a:solidFill>
                <a:latin typeface="Aptos"/>
                <a:ea typeface="Aptos"/>
                <a:cs typeface="Aptos"/>
              </a:defRPr>
            </a:lvl2pPr>
            <a:lvl3pPr>
              <a:defRPr sz="1275" b="0">
                <a:solidFill>
                  <a:srgbClr val="A9B7CB"/>
                </a:solidFill>
                <a:latin typeface="Aptos"/>
                <a:ea typeface="Aptos"/>
                <a:cs typeface="Aptos"/>
              </a:defRPr>
            </a:lvl3pPr>
            <a:lvl4pPr>
              <a:defRPr sz="1275" b="0">
                <a:solidFill>
                  <a:srgbClr val="A9B7CB"/>
                </a:solidFill>
                <a:latin typeface="Aptos"/>
                <a:ea typeface="Aptos"/>
                <a:cs typeface="Aptos"/>
              </a:defRPr>
            </a:lvl4pPr>
            <a:lvl5pPr>
              <a:defRPr sz="1275" b="0">
                <a:solidFill>
                  <a:srgbClr val="A9B7CB"/>
                </a:solidFill>
                <a:latin typeface="Aptos"/>
                <a:ea typeface="Aptos"/>
                <a:cs typeface="Aptos"/>
              </a:defRPr>
            </a:lvl5pPr>
            <a:lvl6pPr>
              <a:defRPr sz="1275" b="0">
                <a:solidFill>
                  <a:srgbClr val="A9B7CB"/>
                </a:solidFill>
                <a:latin typeface="Aptos"/>
                <a:ea typeface="Aptos"/>
                <a:cs typeface="Aptos"/>
              </a:defRPr>
            </a:lvl6pPr>
            <a:lvl7pPr>
              <a:defRPr sz="1275" b="0">
                <a:solidFill>
                  <a:srgbClr val="A9B7CB"/>
                </a:solidFill>
                <a:latin typeface="Aptos"/>
                <a:ea typeface="Aptos"/>
                <a:cs typeface="Aptos"/>
              </a:defRPr>
            </a:lvl7pPr>
            <a:lvl8pPr>
              <a:defRPr sz="1275" b="0">
                <a:solidFill>
                  <a:srgbClr val="A9B7CB"/>
                </a:solidFill>
                <a:latin typeface="Aptos"/>
                <a:ea typeface="Aptos"/>
                <a:cs typeface="Aptos"/>
              </a:defRPr>
            </a:lvl8pPr>
            <a:lvl9pPr>
              <a:defRPr sz="1275" b="0">
                <a:solidFill>
                  <a:srgbClr val="A9B7CB"/>
                </a:solidFill>
                <a:latin typeface="Aptos"/>
                <a:ea typeface="Aptos"/>
                <a:cs typeface="Aptos"/>
              </a:defRPr>
            </a:lvl9pPr>
          </a:lstStyle>
          <a:p xmlns:a="http://schemas.openxmlformats.org/drawingml/2006/main">
            <a:pPr>
              <a:defRPr sz="1275" b="0">
                <a:solidFill>
                  <a:srgbClr val="A9B7CB"/>
                </a:solidFill>
                <a:latin typeface="Aptos"/>
                <a:ea typeface="Aptos"/>
                <a:cs typeface="Aptos"/>
              </a:defRPr>
            </a:pPr>
            <a:r>
              <a:rPr sz="1275" b="0">
                <a:solidFill>
                  <a:srgbClr val="A9B7CB"/>
                </a:solidFill>
                <a:latin typeface="Aptos"/>
                <a:ea typeface="Aptos"/>
                <a:cs typeface="Aptos"/>
              </a:rPr>
              <a:t>Losing puzzle progress also reduces the evaluated pressure</a:t>
            </a:r>
          </a:p>
        </p:txBody>
      </p:sp>
    </p:spTree>
    <p:extLst>
      <p:ext uri="{BB962C8B-B14F-4D97-AF65-F5344CB8AC3E}">
        <p14:creationId xmlns:p14="http://schemas.microsoft.com/office/powerpoint/2010/main" val="1310996412"/>
      </p:ext>
    </p:extLst>
  </p:cSld>
</p:sld>
</file>

<file path=ppt/slides/slide5.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3868E91-6A80-40F1-9F74-5F454537C91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D4E23EE-31E9-4836-9215-D06DE9D05C82}"/>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MULTI-AGENT COORDINATION</a:t>
            </a:r>
          </a:p>
        </p:txBody>
      </p:sp>
      <p:sp>
        <p:nvSpPr>
          <p:cNvPr id="3" name="">
            <a:extLst xmlns:a="http://schemas.openxmlformats.org/drawingml/2006/main">
              <a:ext uri="{FF2B5EF4-FFF2-40B4-BE49-F238E27FC236}">
                <a16:creationId xmlns:a16="http://schemas.microsoft.com/office/drawing/2014/main" id="{A9E60800-F46F-4111-A22A-1E68612390AB}"/>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Shared attack budget</a:t>
            </a:r>
          </a:p>
        </p:txBody>
      </p:sp>
      <p:sp>
        <p:nvSpPr>
          <p:cNvPr id="4" name="">
            <a:extLst xmlns:a="http://schemas.openxmlformats.org/drawingml/2006/main">
              <a:ext uri="{FF2B5EF4-FFF2-40B4-BE49-F238E27FC236}">
                <a16:creationId xmlns:a16="http://schemas.microsoft.com/office/drawing/2014/main" id="{2F483CE1-242C-45E7-B69F-42A608813412}"/>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14D035-B799-4936-9170-A6A5866A9175}"/>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30F917D7-2C77-45F6-AF24-FD20DEE2A1AD}"/>
              </a:ext>
            </a:extLst>
          </p:cNvPr>
          <p:cNvSpPr>
            <a:spLocks xmlns:a="http://schemas.openxmlformats.org/drawingml/2006/main" noGrp="1"/>
          </p:cNvSpPr>
          <p:nvPr/>
        </p:nvSpPr>
        <p:spPr>
          <a:xfrm xmlns:a="http://schemas.openxmlformats.org/drawingml/2006/main">
            <a:off x="704850" y="165735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851"/>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All enemy types compete for the same attack slots</a:t>
            </a:r>
          </a:p>
        </p:txBody>
      </p:sp>
      <p:sp>
        <p:nvSpPr>
          <p:cNvPr id="7" name="">
            <a:extLst xmlns:a="http://schemas.openxmlformats.org/drawingml/2006/main">
              <a:ext uri="{FF2B5EF4-FFF2-40B4-BE49-F238E27FC236}">
                <a16:creationId xmlns:a16="http://schemas.microsoft.com/office/drawing/2014/main" id="{7CD44C29-CEC5-4032-AC49-E29E7F55F5B3}"/>
              </a:ext>
            </a:extLst>
          </p:cNvPr>
          <p:cNvSpPr>
            <a:spLocks xmlns:a="http://schemas.openxmlformats.org/drawingml/2006/main" noGrp="1"/>
          </p:cNvSpPr>
          <p:nvPr/>
        </p:nvSpPr>
        <p:spPr>
          <a:xfrm xmlns:a="http://schemas.openxmlformats.org/drawingml/2006/main">
            <a:off x="904875" y="2857500"/>
            <a:ext cx="704850" cy="704850"/>
          </a:xfrm>
          <a:prstGeom xmlns:a="http://schemas.openxmlformats.org/drawingml/2006/main" prst="ellipse">
            <a:avLst/>
          </a:prstGeom>
          <a:solidFill xmlns:a="http://schemas.openxmlformats.org/drawingml/2006/main">
            <a:srgbClr val="122036"/>
          </a:solidFill>
          <a:ln xmlns:a="http://schemas.openxmlformats.org/drawingml/2006/main" w="19050">
            <a:solidFill>
              <a:srgbClr val="F64D61"/>
            </a:solidFill>
            <a:prstDash val="solid"/>
          </a:ln>
        </p:spPr>
      </p:sp>
      <p:sp>
        <p:nvSpPr>
          <p:cNvPr id="8" name="">
            <a:extLst xmlns:a="http://schemas.openxmlformats.org/drawingml/2006/main">
              <a:ext uri="{FF2B5EF4-FFF2-40B4-BE49-F238E27FC236}">
                <a16:creationId xmlns:a16="http://schemas.microsoft.com/office/drawing/2014/main" id="{FB184DEF-94CB-491A-A804-B90EF8A6550F}"/>
              </a:ext>
            </a:extLst>
          </p:cNvPr>
          <p:cNvSpPr>
            <a:spLocks xmlns:a="http://schemas.openxmlformats.org/drawingml/2006/main" noGrp="1"/>
          </p:cNvSpPr>
          <p:nvPr/>
        </p:nvSpPr>
        <p:spPr>
          <a:xfrm xmlns:a="http://schemas.openxmlformats.org/drawingml/2006/main">
            <a:off x="952500" y="3105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788"/>
          </a:bodyPr>
          <a:lstStyle xmlns:a="http://schemas.openxmlformats.org/drawingml/2006/main">
            <a:defPPr>
              <a:defRPr sz="825" b="1">
                <a:solidFill>
                  <a:srgbClr val="F64D61"/>
                </a:solidFill>
                <a:latin typeface="Aptos"/>
                <a:ea typeface="Aptos"/>
                <a:cs typeface="Aptos"/>
              </a:defRPr>
            </a:defPPr>
            <a:lvl1pPr>
              <a:defRPr sz="825" b="1">
                <a:solidFill>
                  <a:srgbClr val="F64D61"/>
                </a:solidFill>
                <a:latin typeface="Aptos"/>
                <a:ea typeface="Aptos"/>
                <a:cs typeface="Aptos"/>
              </a:defRPr>
            </a:lvl1pPr>
            <a:lvl2pPr>
              <a:defRPr sz="825" b="1">
                <a:solidFill>
                  <a:srgbClr val="F64D61"/>
                </a:solidFill>
                <a:latin typeface="Aptos"/>
                <a:ea typeface="Aptos"/>
                <a:cs typeface="Aptos"/>
              </a:defRPr>
            </a:lvl2pPr>
            <a:lvl3pPr>
              <a:defRPr sz="825" b="1">
                <a:solidFill>
                  <a:srgbClr val="F64D61"/>
                </a:solidFill>
                <a:latin typeface="Aptos"/>
                <a:ea typeface="Aptos"/>
                <a:cs typeface="Aptos"/>
              </a:defRPr>
            </a:lvl3pPr>
            <a:lvl4pPr>
              <a:defRPr sz="825" b="1">
                <a:solidFill>
                  <a:srgbClr val="F64D61"/>
                </a:solidFill>
                <a:latin typeface="Aptos"/>
                <a:ea typeface="Aptos"/>
                <a:cs typeface="Aptos"/>
              </a:defRPr>
            </a:lvl4pPr>
            <a:lvl5pPr>
              <a:defRPr sz="825" b="1">
                <a:solidFill>
                  <a:srgbClr val="F64D61"/>
                </a:solidFill>
                <a:latin typeface="Aptos"/>
                <a:ea typeface="Aptos"/>
                <a:cs typeface="Aptos"/>
              </a:defRPr>
            </a:lvl5pPr>
            <a:lvl6pPr>
              <a:defRPr sz="825" b="1">
                <a:solidFill>
                  <a:srgbClr val="F64D61"/>
                </a:solidFill>
                <a:latin typeface="Aptos"/>
                <a:ea typeface="Aptos"/>
                <a:cs typeface="Aptos"/>
              </a:defRPr>
            </a:lvl6pPr>
            <a:lvl7pPr>
              <a:defRPr sz="825" b="1">
                <a:solidFill>
                  <a:srgbClr val="F64D61"/>
                </a:solidFill>
                <a:latin typeface="Aptos"/>
                <a:ea typeface="Aptos"/>
                <a:cs typeface="Aptos"/>
              </a:defRPr>
            </a:lvl7pPr>
            <a:lvl8pPr>
              <a:defRPr sz="825" b="1">
                <a:solidFill>
                  <a:srgbClr val="F64D61"/>
                </a:solidFill>
                <a:latin typeface="Aptos"/>
                <a:ea typeface="Aptos"/>
                <a:cs typeface="Aptos"/>
              </a:defRPr>
            </a:lvl8pPr>
            <a:lvl9pPr>
              <a:defRPr sz="825" b="1">
                <a:solidFill>
                  <a:srgbClr val="F64D61"/>
                </a:solidFill>
                <a:latin typeface="Aptos"/>
                <a:ea typeface="Aptos"/>
                <a:cs typeface="Aptos"/>
              </a:defRPr>
            </a:lvl9pPr>
          </a:lstStyle>
          <a:p xmlns:a="http://schemas.openxmlformats.org/drawingml/2006/main">
            <a:pPr>
              <a:defRPr sz="825" b="1">
                <a:solidFill>
                  <a:srgbClr val="F64D61"/>
                </a:solidFill>
                <a:latin typeface="Aptos"/>
                <a:ea typeface="Aptos"/>
                <a:cs typeface="Aptos"/>
              </a:defRPr>
            </a:pPr>
            <a:r>
              <a:rPr sz="825" b="1">
                <a:solidFill>
                  <a:srgbClr val="F64D61"/>
                </a:solidFill>
                <a:latin typeface="Aptos"/>
                <a:ea typeface="Aptos"/>
                <a:cs typeface="Aptos"/>
              </a:rPr>
              <a:t>GROUND</a:t>
            </a:r>
          </a:p>
        </p:txBody>
      </p:sp>
      <p:sp>
        <p:nvSpPr>
          <p:cNvPr id="9" name="">
            <a:extLst xmlns:a="http://schemas.openxmlformats.org/drawingml/2006/main">
              <a:ext uri="{FF2B5EF4-FFF2-40B4-BE49-F238E27FC236}">
                <a16:creationId xmlns:a16="http://schemas.microsoft.com/office/drawing/2014/main" id="{2D160585-929C-496D-87F9-40E1387D6EB9}"/>
              </a:ext>
            </a:extLst>
          </p:cNvPr>
          <p:cNvSpPr>
            <a:spLocks xmlns:a="http://schemas.openxmlformats.org/drawingml/2006/main" noGrp="1"/>
          </p:cNvSpPr>
          <p:nvPr/>
        </p:nvSpPr>
        <p:spPr>
          <a:xfrm xmlns:a="http://schemas.openxmlformats.org/drawingml/2006/main">
            <a:off x="1609725" y="3200400"/>
            <a:ext cx="15240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717A630-8783-465F-8037-BE86B5EB5A12}"/>
              </a:ext>
            </a:extLst>
          </p:cNvPr>
          <p:cNvSpPr>
            <a:spLocks xmlns:a="http://schemas.openxmlformats.org/drawingml/2006/main" noGrp="1"/>
          </p:cNvSpPr>
          <p:nvPr/>
        </p:nvSpPr>
        <p:spPr>
          <a:xfrm xmlns:a="http://schemas.openxmlformats.org/drawingml/2006/main">
            <a:off x="904875" y="4000500"/>
            <a:ext cx="704850" cy="704850"/>
          </a:xfrm>
          <a:prstGeom xmlns:a="http://schemas.openxmlformats.org/drawingml/2006/main" prst="ellipse">
            <a:avLst/>
          </a:prstGeom>
          <a:solidFill xmlns:a="http://schemas.openxmlformats.org/drawingml/2006/main">
            <a:srgbClr val="122036"/>
          </a:solidFill>
          <a:ln xmlns:a="http://schemas.openxmlformats.org/drawingml/2006/main" w="19050">
            <a:solidFill>
              <a:srgbClr val="45D98A"/>
            </a:solidFill>
            <a:prstDash val="solid"/>
          </a:ln>
        </p:spPr>
      </p:sp>
      <p:sp>
        <p:nvSpPr>
          <p:cNvPr id="11" name="">
            <a:extLst xmlns:a="http://schemas.openxmlformats.org/drawingml/2006/main">
              <a:ext uri="{FF2B5EF4-FFF2-40B4-BE49-F238E27FC236}">
                <a16:creationId xmlns:a16="http://schemas.microsoft.com/office/drawing/2014/main" id="{1E2D9941-257F-4078-9A76-F94BDF18DAB7}"/>
              </a:ext>
            </a:extLst>
          </p:cNvPr>
          <p:cNvSpPr>
            <a:spLocks xmlns:a="http://schemas.openxmlformats.org/drawingml/2006/main" noGrp="1"/>
          </p:cNvSpPr>
          <p:nvPr/>
        </p:nvSpPr>
        <p:spPr>
          <a:xfrm xmlns:a="http://schemas.openxmlformats.org/drawingml/2006/main">
            <a:off x="952500" y="4248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788"/>
          </a:bodyPr>
          <a:lstStyle xmlns:a="http://schemas.openxmlformats.org/drawingml/2006/main">
            <a:defPPr>
              <a:defRPr sz="825" b="1">
                <a:solidFill>
                  <a:srgbClr val="45D98A"/>
                </a:solidFill>
                <a:latin typeface="Aptos"/>
                <a:ea typeface="Aptos"/>
                <a:cs typeface="Aptos"/>
              </a:defRPr>
            </a:defPPr>
            <a:lvl1pPr>
              <a:defRPr sz="825" b="1">
                <a:solidFill>
                  <a:srgbClr val="45D98A"/>
                </a:solidFill>
                <a:latin typeface="Aptos"/>
                <a:ea typeface="Aptos"/>
                <a:cs typeface="Aptos"/>
              </a:defRPr>
            </a:lvl1pPr>
            <a:lvl2pPr>
              <a:defRPr sz="825" b="1">
                <a:solidFill>
                  <a:srgbClr val="45D98A"/>
                </a:solidFill>
                <a:latin typeface="Aptos"/>
                <a:ea typeface="Aptos"/>
                <a:cs typeface="Aptos"/>
              </a:defRPr>
            </a:lvl2pPr>
            <a:lvl3pPr>
              <a:defRPr sz="825" b="1">
                <a:solidFill>
                  <a:srgbClr val="45D98A"/>
                </a:solidFill>
                <a:latin typeface="Aptos"/>
                <a:ea typeface="Aptos"/>
                <a:cs typeface="Aptos"/>
              </a:defRPr>
            </a:lvl3pPr>
            <a:lvl4pPr>
              <a:defRPr sz="825" b="1">
                <a:solidFill>
                  <a:srgbClr val="45D98A"/>
                </a:solidFill>
                <a:latin typeface="Aptos"/>
                <a:ea typeface="Aptos"/>
                <a:cs typeface="Aptos"/>
              </a:defRPr>
            </a:lvl4pPr>
            <a:lvl5pPr>
              <a:defRPr sz="825" b="1">
                <a:solidFill>
                  <a:srgbClr val="45D98A"/>
                </a:solidFill>
                <a:latin typeface="Aptos"/>
                <a:ea typeface="Aptos"/>
                <a:cs typeface="Aptos"/>
              </a:defRPr>
            </a:lvl5pPr>
            <a:lvl6pPr>
              <a:defRPr sz="825" b="1">
                <a:solidFill>
                  <a:srgbClr val="45D98A"/>
                </a:solidFill>
                <a:latin typeface="Aptos"/>
                <a:ea typeface="Aptos"/>
                <a:cs typeface="Aptos"/>
              </a:defRPr>
            </a:lvl6pPr>
            <a:lvl7pPr>
              <a:defRPr sz="825" b="1">
                <a:solidFill>
                  <a:srgbClr val="45D98A"/>
                </a:solidFill>
                <a:latin typeface="Aptos"/>
                <a:ea typeface="Aptos"/>
                <a:cs typeface="Aptos"/>
              </a:defRPr>
            </a:lvl7pPr>
            <a:lvl8pPr>
              <a:defRPr sz="825" b="1">
                <a:solidFill>
                  <a:srgbClr val="45D98A"/>
                </a:solidFill>
                <a:latin typeface="Aptos"/>
                <a:ea typeface="Aptos"/>
                <a:cs typeface="Aptos"/>
              </a:defRPr>
            </a:lvl8pPr>
            <a:lvl9pPr>
              <a:defRPr sz="825" b="1">
                <a:solidFill>
                  <a:srgbClr val="45D98A"/>
                </a:solidFill>
                <a:latin typeface="Aptos"/>
                <a:ea typeface="Aptos"/>
                <a:cs typeface="Aptos"/>
              </a:defRPr>
            </a:lvl9pPr>
          </a:lstStyle>
          <a:p xmlns:a="http://schemas.openxmlformats.org/drawingml/2006/main">
            <a:pPr>
              <a:defRPr sz="825" b="1">
                <a:solidFill>
                  <a:srgbClr val="45D98A"/>
                </a:solidFill>
                <a:latin typeface="Aptos"/>
                <a:ea typeface="Aptos"/>
                <a:cs typeface="Aptos"/>
              </a:defRPr>
            </a:pPr>
            <a:r>
              <a:rPr sz="825" b="1">
                <a:solidFill>
                  <a:srgbClr val="45D98A"/>
                </a:solidFill>
                <a:latin typeface="Aptos"/>
                <a:ea typeface="Aptos"/>
                <a:cs typeface="Aptos"/>
              </a:rPr>
              <a:t>TELEPORT</a:t>
            </a:r>
          </a:p>
        </p:txBody>
      </p:sp>
      <p:sp>
        <p:nvSpPr>
          <p:cNvPr id="12" name="">
            <a:extLst xmlns:a="http://schemas.openxmlformats.org/drawingml/2006/main">
              <a:ext uri="{FF2B5EF4-FFF2-40B4-BE49-F238E27FC236}">
                <a16:creationId xmlns:a16="http://schemas.microsoft.com/office/drawing/2014/main" id="{DF27CDD5-3271-4616-AAE9-F99A9B4097A4}"/>
              </a:ext>
            </a:extLst>
          </p:cNvPr>
          <p:cNvSpPr>
            <a:spLocks xmlns:a="http://schemas.openxmlformats.org/drawingml/2006/main" noGrp="1"/>
          </p:cNvSpPr>
          <p:nvPr/>
        </p:nvSpPr>
        <p:spPr>
          <a:xfrm xmlns:a="http://schemas.openxmlformats.org/drawingml/2006/main">
            <a:off x="1609725" y="4343400"/>
            <a:ext cx="15240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9B6A05B-A8A1-42FF-8D47-D85E527FE439}"/>
              </a:ext>
            </a:extLst>
          </p:cNvPr>
          <p:cNvSpPr>
            <a:spLocks xmlns:a="http://schemas.openxmlformats.org/drawingml/2006/main" noGrp="1"/>
          </p:cNvSpPr>
          <p:nvPr/>
        </p:nvSpPr>
        <p:spPr>
          <a:xfrm xmlns:a="http://schemas.openxmlformats.org/drawingml/2006/main">
            <a:off x="904875" y="5143500"/>
            <a:ext cx="704850" cy="704850"/>
          </a:xfrm>
          <a:prstGeom xmlns:a="http://schemas.openxmlformats.org/drawingml/2006/main" prst="ellipse">
            <a:avLst/>
          </a:prstGeom>
          <a:solidFill xmlns:a="http://schemas.openxmlformats.org/drawingml/2006/main">
            <a:srgbClr val="122036"/>
          </a:solidFill>
          <a:ln xmlns:a="http://schemas.openxmlformats.org/drawingml/2006/main" w="19050">
            <a:solidFill>
              <a:srgbClr val="4BA8FF"/>
            </a:solidFill>
            <a:prstDash val="solid"/>
          </a:ln>
        </p:spPr>
      </p:sp>
      <p:sp>
        <p:nvSpPr>
          <p:cNvPr id="14" name="">
            <a:extLst xmlns:a="http://schemas.openxmlformats.org/drawingml/2006/main">
              <a:ext uri="{FF2B5EF4-FFF2-40B4-BE49-F238E27FC236}">
                <a16:creationId xmlns:a16="http://schemas.microsoft.com/office/drawing/2014/main" id="{3A13EF17-890C-4016-943D-5FC598F2DDAE}"/>
              </a:ext>
            </a:extLst>
          </p:cNvPr>
          <p:cNvSpPr>
            <a:spLocks xmlns:a="http://schemas.openxmlformats.org/drawingml/2006/main" noGrp="1"/>
          </p:cNvSpPr>
          <p:nvPr/>
        </p:nvSpPr>
        <p:spPr>
          <a:xfrm xmlns:a="http://schemas.openxmlformats.org/drawingml/2006/main">
            <a:off x="952500" y="53911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788"/>
          </a:bodyPr>
          <a:lstStyle xmlns:a="http://schemas.openxmlformats.org/drawingml/2006/main">
            <a:defPPr>
              <a:defRPr sz="825" b="1">
                <a:solidFill>
                  <a:srgbClr val="4BA8FF"/>
                </a:solidFill>
                <a:latin typeface="Aptos"/>
                <a:ea typeface="Aptos"/>
                <a:cs typeface="Aptos"/>
              </a:defRPr>
            </a:defPPr>
            <a:lvl1pPr>
              <a:defRPr sz="825" b="1">
                <a:solidFill>
                  <a:srgbClr val="4BA8FF"/>
                </a:solidFill>
                <a:latin typeface="Aptos"/>
                <a:ea typeface="Aptos"/>
                <a:cs typeface="Aptos"/>
              </a:defRPr>
            </a:lvl1pPr>
            <a:lvl2pPr>
              <a:defRPr sz="825" b="1">
                <a:solidFill>
                  <a:srgbClr val="4BA8FF"/>
                </a:solidFill>
                <a:latin typeface="Aptos"/>
                <a:ea typeface="Aptos"/>
                <a:cs typeface="Aptos"/>
              </a:defRPr>
            </a:lvl2pPr>
            <a:lvl3pPr>
              <a:defRPr sz="825" b="1">
                <a:solidFill>
                  <a:srgbClr val="4BA8FF"/>
                </a:solidFill>
                <a:latin typeface="Aptos"/>
                <a:ea typeface="Aptos"/>
                <a:cs typeface="Aptos"/>
              </a:defRPr>
            </a:lvl3pPr>
            <a:lvl4pPr>
              <a:defRPr sz="825" b="1">
                <a:solidFill>
                  <a:srgbClr val="4BA8FF"/>
                </a:solidFill>
                <a:latin typeface="Aptos"/>
                <a:ea typeface="Aptos"/>
                <a:cs typeface="Aptos"/>
              </a:defRPr>
            </a:lvl4pPr>
            <a:lvl5pPr>
              <a:defRPr sz="825" b="1">
                <a:solidFill>
                  <a:srgbClr val="4BA8FF"/>
                </a:solidFill>
                <a:latin typeface="Aptos"/>
                <a:ea typeface="Aptos"/>
                <a:cs typeface="Aptos"/>
              </a:defRPr>
            </a:lvl5pPr>
            <a:lvl6pPr>
              <a:defRPr sz="825" b="1">
                <a:solidFill>
                  <a:srgbClr val="4BA8FF"/>
                </a:solidFill>
                <a:latin typeface="Aptos"/>
                <a:ea typeface="Aptos"/>
                <a:cs typeface="Aptos"/>
              </a:defRPr>
            </a:lvl6pPr>
            <a:lvl7pPr>
              <a:defRPr sz="825" b="1">
                <a:solidFill>
                  <a:srgbClr val="4BA8FF"/>
                </a:solidFill>
                <a:latin typeface="Aptos"/>
                <a:ea typeface="Aptos"/>
                <a:cs typeface="Aptos"/>
              </a:defRPr>
            </a:lvl7pPr>
            <a:lvl8pPr>
              <a:defRPr sz="825" b="1">
                <a:solidFill>
                  <a:srgbClr val="4BA8FF"/>
                </a:solidFill>
                <a:latin typeface="Aptos"/>
                <a:ea typeface="Aptos"/>
                <a:cs typeface="Aptos"/>
              </a:defRPr>
            </a:lvl8pPr>
            <a:lvl9pPr>
              <a:defRPr sz="825" b="1">
                <a:solidFill>
                  <a:srgbClr val="4BA8FF"/>
                </a:solidFill>
                <a:latin typeface="Aptos"/>
                <a:ea typeface="Aptos"/>
                <a:cs typeface="Aptos"/>
              </a:defRPr>
            </a:lvl9pPr>
          </a:lstStyle>
          <a:p xmlns:a="http://schemas.openxmlformats.org/drawingml/2006/main">
            <a:pPr>
              <a:defRPr sz="825" b="1">
                <a:solidFill>
                  <a:srgbClr val="4BA8FF"/>
                </a:solidFill>
                <a:latin typeface="Aptos"/>
                <a:ea typeface="Aptos"/>
                <a:cs typeface="Aptos"/>
              </a:defRPr>
            </a:pPr>
            <a:r>
              <a:rPr sz="825" b="1">
                <a:solidFill>
                  <a:srgbClr val="4BA8FF"/>
                </a:solidFill>
                <a:latin typeface="Aptos"/>
                <a:ea typeface="Aptos"/>
                <a:cs typeface="Aptos"/>
              </a:rPr>
              <a:t>FLYING</a:t>
            </a:r>
          </a:p>
        </p:txBody>
      </p:sp>
      <p:sp>
        <p:nvSpPr>
          <p:cNvPr id="15" name="">
            <a:extLst xmlns:a="http://schemas.openxmlformats.org/drawingml/2006/main">
              <a:ext uri="{FF2B5EF4-FFF2-40B4-BE49-F238E27FC236}">
                <a16:creationId xmlns:a16="http://schemas.microsoft.com/office/drawing/2014/main" id="{755C8B6E-CD0B-4240-A79F-80AA0719E3A1}"/>
              </a:ext>
            </a:extLst>
          </p:cNvPr>
          <p:cNvSpPr>
            <a:spLocks xmlns:a="http://schemas.openxmlformats.org/drawingml/2006/main" noGrp="1"/>
          </p:cNvSpPr>
          <p:nvPr/>
        </p:nvSpPr>
        <p:spPr>
          <a:xfrm xmlns:a="http://schemas.openxmlformats.org/drawingml/2006/main">
            <a:off x="1609725" y="5486400"/>
            <a:ext cx="15240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61B342A-EDE3-4724-9D1C-5246EFE3E691}"/>
              </a:ext>
            </a:extLst>
          </p:cNvPr>
          <p:cNvSpPr>
            <a:spLocks xmlns:a="http://schemas.openxmlformats.org/drawingml/2006/main" noGrp="1"/>
          </p:cNvSpPr>
          <p:nvPr/>
        </p:nvSpPr>
        <p:spPr>
          <a:xfrm xmlns:a="http://schemas.openxmlformats.org/drawingml/2006/main">
            <a:off x="3143250" y="3143250"/>
            <a:ext cx="2952750" cy="1314450"/>
          </a:xfrm>
          <a:prstGeom xmlns:a="http://schemas.openxmlformats.org/drawingml/2006/main" prst="roundRect">
            <a:avLst>
              <a:gd name="adj" fmla="val 8696"/>
            </a:avLst>
          </a:prstGeom>
          <a:solidFill xmlns:a="http://schemas.openxmlformats.org/drawingml/2006/main">
            <a:srgbClr val="17263D"/>
          </a:solidFill>
          <a:ln xmlns:a="http://schemas.openxmlformats.org/drawingml/2006/main" w="19050">
            <a:solidFill>
              <a:srgbClr val="4BA8FF"/>
            </a:solidFill>
            <a:prstDash val="solid"/>
          </a:ln>
        </p:spPr>
      </p:sp>
      <p:sp>
        <p:nvSpPr>
          <p:cNvPr id="17" name="">
            <a:extLst xmlns:a="http://schemas.openxmlformats.org/drawingml/2006/main">
              <a:ext uri="{FF2B5EF4-FFF2-40B4-BE49-F238E27FC236}">
                <a16:creationId xmlns:a16="http://schemas.microsoft.com/office/drawing/2014/main" id="{1A6C0F19-A26D-4B45-ADB1-19E8CD125AB1}"/>
              </a:ext>
            </a:extLst>
          </p:cNvPr>
          <p:cNvSpPr>
            <a:spLocks xmlns:a="http://schemas.openxmlformats.org/drawingml/2006/main" noGrp="1"/>
          </p:cNvSpPr>
          <p:nvPr/>
        </p:nvSpPr>
        <p:spPr>
          <a:xfrm xmlns:a="http://schemas.openxmlformats.org/drawingml/2006/main">
            <a:off x="3143250" y="3143250"/>
            <a:ext cx="95250" cy="131445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CAB23DA-F839-4152-979C-7127300FFCC2}"/>
              </a:ext>
            </a:extLst>
          </p:cNvPr>
          <p:cNvSpPr>
            <a:spLocks xmlns:a="http://schemas.openxmlformats.org/drawingml/2006/main" noGrp="1"/>
          </p:cNvSpPr>
          <p:nvPr/>
        </p:nvSpPr>
        <p:spPr>
          <a:xfrm xmlns:a="http://schemas.openxmlformats.org/drawingml/2006/main">
            <a:off x="3409950" y="32956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defRPr sz="1650" b="1">
                <a:solidFill>
                  <a:srgbClr val="F6F8FC"/>
                </a:solidFill>
                <a:latin typeface="Aptos"/>
                <a:ea typeface="Aptos"/>
                <a:cs typeface="Aptos"/>
              </a:defRPr>
            </a:defPPr>
            <a:lvl1pPr>
              <a:defRPr sz="1650" b="1">
                <a:solidFill>
                  <a:srgbClr val="F6F8FC"/>
                </a:solidFill>
                <a:latin typeface="Aptos"/>
                <a:ea typeface="Aptos"/>
                <a:cs typeface="Aptos"/>
              </a:defRPr>
            </a:lvl1pPr>
            <a:lvl2pPr>
              <a:defRPr sz="1650" b="1">
                <a:solidFill>
                  <a:srgbClr val="F6F8FC"/>
                </a:solidFill>
                <a:latin typeface="Aptos"/>
                <a:ea typeface="Aptos"/>
                <a:cs typeface="Aptos"/>
              </a:defRPr>
            </a:lvl2pPr>
            <a:lvl3pPr>
              <a:defRPr sz="1650" b="1">
                <a:solidFill>
                  <a:srgbClr val="F6F8FC"/>
                </a:solidFill>
                <a:latin typeface="Aptos"/>
                <a:ea typeface="Aptos"/>
                <a:cs typeface="Aptos"/>
              </a:defRPr>
            </a:lvl3pPr>
            <a:lvl4pPr>
              <a:defRPr sz="1650" b="1">
                <a:solidFill>
                  <a:srgbClr val="F6F8FC"/>
                </a:solidFill>
                <a:latin typeface="Aptos"/>
                <a:ea typeface="Aptos"/>
                <a:cs typeface="Aptos"/>
              </a:defRPr>
            </a:lvl4pPr>
            <a:lvl5pPr>
              <a:defRPr sz="1650" b="1">
                <a:solidFill>
                  <a:srgbClr val="F6F8FC"/>
                </a:solidFill>
                <a:latin typeface="Aptos"/>
                <a:ea typeface="Aptos"/>
                <a:cs typeface="Aptos"/>
              </a:defRPr>
            </a:lvl5pPr>
            <a:lvl6pPr>
              <a:defRPr sz="1650" b="1">
                <a:solidFill>
                  <a:srgbClr val="F6F8FC"/>
                </a:solidFill>
                <a:latin typeface="Aptos"/>
                <a:ea typeface="Aptos"/>
                <a:cs typeface="Aptos"/>
              </a:defRPr>
            </a:lvl6pPr>
            <a:lvl7pPr>
              <a:defRPr sz="1650" b="1">
                <a:solidFill>
                  <a:srgbClr val="F6F8FC"/>
                </a:solidFill>
                <a:latin typeface="Aptos"/>
                <a:ea typeface="Aptos"/>
                <a:cs typeface="Aptos"/>
              </a:defRPr>
            </a:lvl7pPr>
            <a:lvl8pPr>
              <a:defRPr sz="1650" b="1">
                <a:solidFill>
                  <a:srgbClr val="F6F8FC"/>
                </a:solidFill>
                <a:latin typeface="Aptos"/>
                <a:ea typeface="Aptos"/>
                <a:cs typeface="Aptos"/>
              </a:defRPr>
            </a:lvl8pPr>
            <a:lvl9pPr>
              <a:defRPr sz="1650" b="1">
                <a:solidFill>
                  <a:srgbClr val="F6F8FC"/>
                </a:solidFill>
                <a:latin typeface="Aptos"/>
                <a:ea typeface="Aptos"/>
                <a:cs typeface="Aptos"/>
              </a:defRPr>
            </a:lvl9pPr>
          </a:lstStyle>
          <a:p xmlns:a="http://schemas.openxmlformats.org/drawingml/2006/main">
            <a:pPr>
              <a:defRPr sz="1650" b="1">
                <a:solidFill>
                  <a:srgbClr val="F6F8FC"/>
                </a:solidFill>
                <a:latin typeface="Aptos"/>
                <a:ea typeface="Aptos"/>
                <a:cs typeface="Aptos"/>
              </a:defRPr>
            </a:pPr>
            <a:r>
              <a:rPr sz="1650" b="1">
                <a:solidFill>
                  <a:srgbClr val="F6F8FC"/>
                </a:solidFill>
                <a:latin typeface="Aptos"/>
                <a:ea typeface="Aptos"/>
                <a:cs typeface="Aptos"/>
              </a:rPr>
              <a:t>Threat eligibility</a:t>
            </a:r>
          </a:p>
        </p:txBody>
      </p:sp>
      <p:sp>
        <p:nvSpPr>
          <p:cNvPr id="19" name="">
            <a:extLst xmlns:a="http://schemas.openxmlformats.org/drawingml/2006/main">
              <a:ext uri="{FF2B5EF4-FFF2-40B4-BE49-F238E27FC236}">
                <a16:creationId xmlns:a16="http://schemas.microsoft.com/office/drawing/2014/main" id="{2D3EED88-EEBA-465C-A4E1-3989628AD29C}"/>
              </a:ext>
            </a:extLst>
          </p:cNvPr>
          <p:cNvSpPr>
            <a:spLocks xmlns:a="http://schemas.openxmlformats.org/drawingml/2006/main" noGrp="1"/>
          </p:cNvSpPr>
          <p:nvPr/>
        </p:nvSpPr>
        <p:spPr>
          <a:xfrm xmlns:a="http://schemas.openxmlformats.org/drawingml/2006/main">
            <a:off x="3409950" y="3629025"/>
            <a:ext cx="2514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Sight, range, level, active state</a:t>
            </a:r>
          </a:p>
        </p:txBody>
      </p:sp>
      <p:sp>
        <p:nvSpPr>
          <p:cNvPr id="20" name="">
            <a:extLst xmlns:a="http://schemas.openxmlformats.org/drawingml/2006/main">
              <a:ext uri="{FF2B5EF4-FFF2-40B4-BE49-F238E27FC236}">
                <a16:creationId xmlns:a16="http://schemas.microsoft.com/office/drawing/2014/main" id="{B271EE55-1BED-447C-95AA-A928C82A29E1}"/>
              </a:ext>
            </a:extLst>
          </p:cNvPr>
          <p:cNvSpPr>
            <a:spLocks xmlns:a="http://schemas.openxmlformats.org/drawingml/2006/main" noGrp="1"/>
          </p:cNvSpPr>
          <p:nvPr/>
        </p:nvSpPr>
        <p:spPr>
          <a:xfrm xmlns:a="http://schemas.openxmlformats.org/drawingml/2006/main">
            <a:off x="6096000" y="3771900"/>
            <a:ext cx="952500" cy="381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8E7C670-91DC-4763-BA25-ECB0DF0E0B1B}"/>
              </a:ext>
            </a:extLst>
          </p:cNvPr>
          <p:cNvSpPr>
            <a:spLocks xmlns:a="http://schemas.openxmlformats.org/drawingml/2006/main" noGrp="1"/>
          </p:cNvSpPr>
          <p:nvPr/>
        </p:nvSpPr>
        <p:spPr>
          <a:xfrm xmlns:a="http://schemas.openxmlformats.org/drawingml/2006/main">
            <a:off x="7239000" y="3028950"/>
            <a:ext cx="1619250" cy="1619250"/>
          </a:xfrm>
          <a:prstGeom xmlns:a="http://schemas.openxmlformats.org/drawingml/2006/main" prst="ellipse">
            <a:avLst/>
          </a:prstGeom>
          <a:solidFill xmlns:a="http://schemas.openxmlformats.org/drawingml/2006/main">
            <a:srgbClr val="253A58"/>
          </a:solidFill>
          <a:ln xmlns:a="http://schemas.openxmlformats.org/drawingml/2006/main" w="28575">
            <a:solidFill>
              <a:srgbClr val="FFC857"/>
            </a:solidFill>
            <a:prstDash val="solid"/>
          </a:ln>
        </p:spPr>
      </p:sp>
      <p:sp>
        <p:nvSpPr>
          <p:cNvPr id="22" name="">
            <a:extLst xmlns:a="http://schemas.openxmlformats.org/drawingml/2006/main">
              <a:ext uri="{FF2B5EF4-FFF2-40B4-BE49-F238E27FC236}">
                <a16:creationId xmlns:a16="http://schemas.microsoft.com/office/drawing/2014/main" id="{8C66248F-41D5-4719-803E-0E8FC8AF5EE1}"/>
              </a:ext>
            </a:extLst>
          </p:cNvPr>
          <p:cNvSpPr>
            <a:spLocks xmlns:a="http://schemas.openxmlformats.org/drawingml/2006/main" noGrp="1"/>
          </p:cNvSpPr>
          <p:nvPr/>
        </p:nvSpPr>
        <p:spPr>
          <a:xfrm xmlns:a="http://schemas.openxmlformats.org/drawingml/2006/main">
            <a:off x="7486650" y="3476625"/>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650" b="1">
                <a:solidFill>
                  <a:srgbClr val="FFC857"/>
                </a:solidFill>
                <a:latin typeface="Aptos"/>
                <a:ea typeface="Aptos"/>
                <a:cs typeface="Aptos"/>
              </a:defRPr>
            </a:defPPr>
            <a:lvl1pPr>
              <a:defRPr sz="1650" b="1">
                <a:solidFill>
                  <a:srgbClr val="FFC857"/>
                </a:solidFill>
                <a:latin typeface="Aptos"/>
                <a:ea typeface="Aptos"/>
                <a:cs typeface="Aptos"/>
              </a:defRPr>
            </a:lvl1pPr>
            <a:lvl2pPr>
              <a:defRPr sz="1650" b="1">
                <a:solidFill>
                  <a:srgbClr val="FFC857"/>
                </a:solidFill>
                <a:latin typeface="Aptos"/>
                <a:ea typeface="Aptos"/>
                <a:cs typeface="Aptos"/>
              </a:defRPr>
            </a:lvl2pPr>
            <a:lvl3pPr>
              <a:defRPr sz="1650" b="1">
                <a:solidFill>
                  <a:srgbClr val="FFC857"/>
                </a:solidFill>
                <a:latin typeface="Aptos"/>
                <a:ea typeface="Aptos"/>
                <a:cs typeface="Aptos"/>
              </a:defRPr>
            </a:lvl3pPr>
            <a:lvl4pPr>
              <a:defRPr sz="1650" b="1">
                <a:solidFill>
                  <a:srgbClr val="FFC857"/>
                </a:solidFill>
                <a:latin typeface="Aptos"/>
                <a:ea typeface="Aptos"/>
                <a:cs typeface="Aptos"/>
              </a:defRPr>
            </a:lvl4pPr>
            <a:lvl5pPr>
              <a:defRPr sz="1650" b="1">
                <a:solidFill>
                  <a:srgbClr val="FFC857"/>
                </a:solidFill>
                <a:latin typeface="Aptos"/>
                <a:ea typeface="Aptos"/>
                <a:cs typeface="Aptos"/>
              </a:defRPr>
            </a:lvl5pPr>
            <a:lvl6pPr>
              <a:defRPr sz="1650" b="1">
                <a:solidFill>
                  <a:srgbClr val="FFC857"/>
                </a:solidFill>
                <a:latin typeface="Aptos"/>
                <a:ea typeface="Aptos"/>
                <a:cs typeface="Aptos"/>
              </a:defRPr>
            </a:lvl6pPr>
            <a:lvl7pPr>
              <a:defRPr sz="1650" b="1">
                <a:solidFill>
                  <a:srgbClr val="FFC857"/>
                </a:solidFill>
                <a:latin typeface="Aptos"/>
                <a:ea typeface="Aptos"/>
                <a:cs typeface="Aptos"/>
              </a:defRPr>
            </a:lvl7pPr>
            <a:lvl8pPr>
              <a:defRPr sz="1650" b="1">
                <a:solidFill>
                  <a:srgbClr val="FFC857"/>
                </a:solidFill>
                <a:latin typeface="Aptos"/>
                <a:ea typeface="Aptos"/>
                <a:cs typeface="Aptos"/>
              </a:defRPr>
            </a:lvl8pPr>
            <a:lvl9pPr>
              <a:defRPr sz="1650" b="1">
                <a:solidFill>
                  <a:srgbClr val="FFC857"/>
                </a:solidFill>
                <a:latin typeface="Aptos"/>
                <a:ea typeface="Aptos"/>
                <a:cs typeface="Aptos"/>
              </a:defRPr>
            </a:lvl9pPr>
          </a:lstStyle>
          <a:p xmlns:a="http://schemas.openxmlformats.org/drawingml/2006/main">
            <a:pPr>
              <a:defRPr sz="1650" b="1">
                <a:solidFill>
                  <a:srgbClr val="FFC857"/>
                </a:solidFill>
                <a:latin typeface="Aptos"/>
                <a:ea typeface="Aptos"/>
                <a:cs typeface="Aptos"/>
              </a:defRPr>
            </a:pPr>
            <a:r>
              <a:rPr sz="1650" b="1">
                <a:solidFill>
                  <a:srgbClr val="FFC857"/>
                </a:solidFill>
                <a:latin typeface="Aptos"/>
                <a:ea typeface="Aptos"/>
                <a:cs typeface="Aptos"/>
              </a:rPr>
              <a:t>ATTACK</a:t>
            </a:r>
          </a:p>
          <a:p xmlns:a="http://schemas.openxmlformats.org/drawingml/2006/main">
            <a:pPr>
              <a:defRPr sz="1650" b="1">
                <a:solidFill>
                  <a:srgbClr val="FFC857"/>
                </a:solidFill>
                <a:latin typeface="Aptos"/>
                <a:ea typeface="Aptos"/>
                <a:cs typeface="Aptos"/>
              </a:defRPr>
            </a:pPr>
            <a:r>
              <a:rPr sz="1650" b="1">
                <a:solidFill>
                  <a:srgbClr val="FFC857"/>
                </a:solidFill>
                <a:latin typeface="Aptos"/>
                <a:ea typeface="Aptos"/>
                <a:cs typeface="Aptos"/>
              </a:rPr>
              <a:t>BUDGET</a:t>
            </a:r>
          </a:p>
        </p:txBody>
      </p:sp>
      <p:sp>
        <p:nvSpPr>
          <p:cNvPr id="23" name="">
            <a:extLst xmlns:a="http://schemas.openxmlformats.org/drawingml/2006/main">
              <a:ext uri="{FF2B5EF4-FFF2-40B4-BE49-F238E27FC236}">
                <a16:creationId xmlns:a16="http://schemas.microsoft.com/office/drawing/2014/main" id="{EC8A4746-74F6-4E51-B29C-B8047C8E6608}"/>
              </a:ext>
            </a:extLst>
          </p:cNvPr>
          <p:cNvSpPr>
            <a:spLocks xmlns:a="http://schemas.openxmlformats.org/drawingml/2006/main" noGrp="1"/>
          </p:cNvSpPr>
          <p:nvPr/>
        </p:nvSpPr>
        <p:spPr>
          <a:xfrm xmlns:a="http://schemas.openxmlformats.org/drawingml/2006/main">
            <a:off x="8858250" y="3819525"/>
            <a:ext cx="876300" cy="381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29B5F0C-E829-4AA7-B252-D7AE56E2B206}"/>
              </a:ext>
            </a:extLst>
          </p:cNvPr>
          <p:cNvSpPr>
            <a:spLocks xmlns:a="http://schemas.openxmlformats.org/drawingml/2006/main" noGrp="1"/>
          </p:cNvSpPr>
          <p:nvPr/>
        </p:nvSpPr>
        <p:spPr>
          <a:xfrm xmlns:a="http://schemas.openxmlformats.org/drawingml/2006/main">
            <a:off x="9715500" y="3238500"/>
            <a:ext cx="2000250" cy="1200150"/>
          </a:xfrm>
          <a:prstGeom xmlns:a="http://schemas.openxmlformats.org/drawingml/2006/main" prst="roundRect">
            <a:avLst>
              <a:gd name="adj" fmla="val 9524"/>
            </a:avLst>
          </a:prstGeom>
          <a:solidFill xmlns:a="http://schemas.openxmlformats.org/drawingml/2006/main">
            <a:srgbClr val="17263D"/>
          </a:solidFill>
          <a:ln xmlns:a="http://schemas.openxmlformats.org/drawingml/2006/main" w="19050">
            <a:solidFill>
              <a:srgbClr val="45D98A"/>
            </a:solidFill>
            <a:prstDash val="solid"/>
          </a:ln>
        </p:spPr>
      </p:sp>
      <p:sp>
        <p:nvSpPr>
          <p:cNvPr id="25" name="">
            <a:extLst xmlns:a="http://schemas.openxmlformats.org/drawingml/2006/main">
              <a:ext uri="{FF2B5EF4-FFF2-40B4-BE49-F238E27FC236}">
                <a16:creationId xmlns:a16="http://schemas.microsoft.com/office/drawing/2014/main" id="{138E0360-0835-4AD6-B1CD-74F188843E75}"/>
              </a:ext>
            </a:extLst>
          </p:cNvPr>
          <p:cNvSpPr>
            <a:spLocks xmlns:a="http://schemas.openxmlformats.org/drawingml/2006/main" noGrp="1"/>
          </p:cNvSpPr>
          <p:nvPr/>
        </p:nvSpPr>
        <p:spPr>
          <a:xfrm xmlns:a="http://schemas.openxmlformats.org/drawingml/2006/main">
            <a:off x="9715500" y="3238500"/>
            <a:ext cx="95250" cy="120015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5803B44-B9AB-4F95-9989-00D7100F5029}"/>
              </a:ext>
            </a:extLst>
          </p:cNvPr>
          <p:cNvSpPr>
            <a:spLocks xmlns:a="http://schemas.openxmlformats.org/drawingml/2006/main" noGrp="1"/>
          </p:cNvSpPr>
          <p:nvPr/>
        </p:nvSpPr>
        <p:spPr>
          <a:xfrm xmlns:a="http://schemas.openxmlformats.org/drawingml/2006/main">
            <a:off x="9982200" y="3390900"/>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Selected attacker</a:t>
            </a:r>
          </a:p>
        </p:txBody>
      </p:sp>
      <p:sp>
        <p:nvSpPr>
          <p:cNvPr id="27" name="">
            <a:extLst xmlns:a="http://schemas.openxmlformats.org/drawingml/2006/main">
              <a:ext uri="{FF2B5EF4-FFF2-40B4-BE49-F238E27FC236}">
                <a16:creationId xmlns:a16="http://schemas.microsoft.com/office/drawing/2014/main" id="{5556086A-7B37-4ABC-93A0-F63553D8718B}"/>
              </a:ext>
            </a:extLst>
          </p:cNvPr>
          <p:cNvSpPr>
            <a:spLocks xmlns:a="http://schemas.openxmlformats.org/drawingml/2006/main" noGrp="1"/>
          </p:cNvSpPr>
          <p:nvPr/>
        </p:nvSpPr>
        <p:spPr>
          <a:xfrm xmlns:a="http://schemas.openxmlformats.org/drawingml/2006/main">
            <a:off x="9982200" y="3724275"/>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Permission is released after execution</a:t>
            </a:r>
          </a:p>
        </p:txBody>
      </p:sp>
      <p:sp>
        <p:nvSpPr>
          <p:cNvPr id="28" name="">
            <a:extLst xmlns:a="http://schemas.openxmlformats.org/drawingml/2006/main">
              <a:ext uri="{FF2B5EF4-FFF2-40B4-BE49-F238E27FC236}">
                <a16:creationId xmlns:a16="http://schemas.microsoft.com/office/drawing/2014/main" id="{657F2457-402A-4D94-A496-885858559A56}"/>
              </a:ext>
            </a:extLst>
          </p:cNvPr>
          <p:cNvSpPr>
            <a:spLocks xmlns:a="http://schemas.openxmlformats.org/drawingml/2006/main" noGrp="1"/>
          </p:cNvSpPr>
          <p:nvPr/>
        </p:nvSpPr>
        <p:spPr>
          <a:xfrm xmlns:a="http://schemas.openxmlformats.org/drawingml/2006/main">
            <a:off x="2857500" y="5381625"/>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Ready attacks first  ·  committed roles next  ·  distance last</a:t>
            </a:r>
          </a:p>
        </p:txBody>
      </p:sp>
      <p:sp>
        <p:nvSpPr>
          <p:cNvPr id="29" name="">
            <a:extLst xmlns:a="http://schemas.openxmlformats.org/drawingml/2006/main">
              <a:ext uri="{FF2B5EF4-FFF2-40B4-BE49-F238E27FC236}">
                <a16:creationId xmlns:a16="http://schemas.microsoft.com/office/drawing/2014/main" id="{148F50B9-7EA7-41CA-A475-84E4498BA3B2}"/>
              </a:ext>
            </a:extLst>
          </p:cNvPr>
          <p:cNvSpPr>
            <a:spLocks xmlns:a="http://schemas.openxmlformats.org/drawingml/2006/main" noGrp="1"/>
          </p:cNvSpPr>
          <p:nvPr/>
        </p:nvSpPr>
        <p:spPr>
          <a:xfrm xmlns:a="http://schemas.openxmlformats.org/drawingml/2006/main">
            <a:off x="2438400" y="5857875"/>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defRPr sz="1275" b="0">
                <a:solidFill>
                  <a:srgbClr val="A9B7CB"/>
                </a:solidFill>
                <a:latin typeface="Aptos"/>
                <a:ea typeface="Aptos"/>
                <a:cs typeface="Aptos"/>
              </a:defRPr>
            </a:defPPr>
            <a:lvl1pPr>
              <a:defRPr sz="1275" b="0">
                <a:solidFill>
                  <a:srgbClr val="A9B7CB"/>
                </a:solidFill>
                <a:latin typeface="Aptos"/>
                <a:ea typeface="Aptos"/>
                <a:cs typeface="Aptos"/>
              </a:defRPr>
            </a:lvl1pPr>
            <a:lvl2pPr>
              <a:defRPr sz="1275" b="0">
                <a:solidFill>
                  <a:srgbClr val="A9B7CB"/>
                </a:solidFill>
                <a:latin typeface="Aptos"/>
                <a:ea typeface="Aptos"/>
                <a:cs typeface="Aptos"/>
              </a:defRPr>
            </a:lvl2pPr>
            <a:lvl3pPr>
              <a:defRPr sz="1275" b="0">
                <a:solidFill>
                  <a:srgbClr val="A9B7CB"/>
                </a:solidFill>
                <a:latin typeface="Aptos"/>
                <a:ea typeface="Aptos"/>
                <a:cs typeface="Aptos"/>
              </a:defRPr>
            </a:lvl3pPr>
            <a:lvl4pPr>
              <a:defRPr sz="1275" b="0">
                <a:solidFill>
                  <a:srgbClr val="A9B7CB"/>
                </a:solidFill>
                <a:latin typeface="Aptos"/>
                <a:ea typeface="Aptos"/>
                <a:cs typeface="Aptos"/>
              </a:defRPr>
            </a:lvl4pPr>
            <a:lvl5pPr>
              <a:defRPr sz="1275" b="0">
                <a:solidFill>
                  <a:srgbClr val="A9B7CB"/>
                </a:solidFill>
                <a:latin typeface="Aptos"/>
                <a:ea typeface="Aptos"/>
                <a:cs typeface="Aptos"/>
              </a:defRPr>
            </a:lvl5pPr>
            <a:lvl6pPr>
              <a:defRPr sz="1275" b="0">
                <a:solidFill>
                  <a:srgbClr val="A9B7CB"/>
                </a:solidFill>
                <a:latin typeface="Aptos"/>
                <a:ea typeface="Aptos"/>
                <a:cs typeface="Aptos"/>
              </a:defRPr>
            </a:lvl6pPr>
            <a:lvl7pPr>
              <a:defRPr sz="1275" b="0">
                <a:solidFill>
                  <a:srgbClr val="A9B7CB"/>
                </a:solidFill>
                <a:latin typeface="Aptos"/>
                <a:ea typeface="Aptos"/>
                <a:cs typeface="Aptos"/>
              </a:defRPr>
            </a:lvl7pPr>
            <a:lvl8pPr>
              <a:defRPr sz="1275" b="0">
                <a:solidFill>
                  <a:srgbClr val="A9B7CB"/>
                </a:solidFill>
                <a:latin typeface="Aptos"/>
                <a:ea typeface="Aptos"/>
                <a:cs typeface="Aptos"/>
              </a:defRPr>
            </a:lvl8pPr>
            <a:lvl9pPr>
              <a:defRPr sz="1275" b="0">
                <a:solidFill>
                  <a:srgbClr val="A9B7CB"/>
                </a:solidFill>
                <a:latin typeface="Aptos"/>
                <a:ea typeface="Aptos"/>
                <a:cs typeface="Aptos"/>
              </a:defRPr>
            </a:lvl9pPr>
          </a:lstStyle>
          <a:p xmlns:a="http://schemas.openxmlformats.org/drawingml/2006/main">
            <a:pPr>
              <a:defRPr sz="1275" b="0">
                <a:solidFill>
                  <a:srgbClr val="A9B7CB"/>
                </a:solidFill>
                <a:latin typeface="Aptos"/>
                <a:ea typeface="Aptos"/>
                <a:cs typeface="Aptos"/>
              </a:defRPr>
            </a:pPr>
            <a:r>
              <a:rPr sz="1275" b="0">
                <a:solidFill>
                  <a:srgbClr val="A9B7CB"/>
                </a:solidFill>
                <a:latin typeface="Aptos"/>
                <a:ea typeface="Aptos"/>
                <a:cs typeface="Aptos"/>
              </a:rPr>
              <a:t>A lower budget blocks new attacks but does not cancel an attack already running</a:t>
            </a:r>
          </a:p>
        </p:txBody>
      </p:sp>
    </p:spTree>
    <p:extLst>
      <p:ext uri="{BB962C8B-B14F-4D97-AF65-F5344CB8AC3E}">
        <p14:creationId xmlns:p14="http://schemas.microsoft.com/office/powerpoint/2010/main" val="1453618958"/>
      </p:ext>
    </p:extLst>
  </p:cSld>
</p:sld>
</file>

<file path=ppt/slides/slide6.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5BFB145-8B94-4CFD-918E-BEA41D0C968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C4E634C-8295-4AD6-9A54-007810981704}"/>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STATE-BASED BEHAVIOR</a:t>
            </a:r>
          </a:p>
        </p:txBody>
      </p:sp>
      <p:sp>
        <p:nvSpPr>
          <p:cNvPr id="3" name="">
            <a:extLst xmlns:a="http://schemas.openxmlformats.org/drawingml/2006/main">
              <a:ext uri="{FF2B5EF4-FFF2-40B4-BE49-F238E27FC236}">
                <a16:creationId xmlns:a16="http://schemas.microsoft.com/office/drawing/2014/main" id="{9CA51AF7-9224-41DA-918C-CE7148BF1C37}"/>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Ground enemy</a:t>
            </a:r>
          </a:p>
        </p:txBody>
      </p:sp>
      <p:sp>
        <p:nvSpPr>
          <p:cNvPr id="4" name="">
            <a:extLst xmlns:a="http://schemas.openxmlformats.org/drawingml/2006/main">
              <a:ext uri="{FF2B5EF4-FFF2-40B4-BE49-F238E27FC236}">
                <a16:creationId xmlns:a16="http://schemas.microsoft.com/office/drawing/2014/main" id="{44DAFD30-D4A2-409A-8E79-B8A86F130704}"/>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909C228-7486-446A-9B31-6BEE689F8DFA}"/>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9C1C94A2-44BF-414C-940D-0D6EA00A67BD}"/>
              </a:ext>
            </a:extLst>
          </p:cNvPr>
          <p:cNvSpPr>
            <a:spLocks xmlns:a="http://schemas.openxmlformats.org/drawingml/2006/main" noGrp="1"/>
          </p:cNvSpPr>
          <p:nvPr/>
        </p:nvSpPr>
        <p:spPr>
          <a:xfrm xmlns:a="http://schemas.openxmlformats.org/drawingml/2006/main">
            <a:off x="704850" y="1657350"/>
            <a:ext cx="657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851"/>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Random patrol and visibility-based pursuit</a:t>
            </a:r>
          </a:p>
        </p:txBody>
      </p:sp>
      <p:sp>
        <p:nvSpPr>
          <p:cNvPr id="7" name="">
            <a:extLst xmlns:a="http://schemas.openxmlformats.org/drawingml/2006/main">
              <a:ext uri="{FF2B5EF4-FFF2-40B4-BE49-F238E27FC236}">
                <a16:creationId xmlns:a16="http://schemas.microsoft.com/office/drawing/2014/main" id="{88887570-ED09-4570-8862-82E23354E54B}"/>
              </a:ext>
            </a:extLst>
          </p:cNvPr>
          <p:cNvSpPr>
            <a:spLocks xmlns:a="http://schemas.openxmlformats.org/drawingml/2006/main" noGrp="1"/>
          </p:cNvSpPr>
          <p:nvPr/>
        </p:nvSpPr>
        <p:spPr>
          <a:xfrm xmlns:a="http://schemas.openxmlformats.org/drawingml/2006/main">
            <a:off x="666750" y="2714625"/>
            <a:ext cx="2286000" cy="1381125"/>
          </a:xfrm>
          <a:prstGeom xmlns:a="http://schemas.openxmlformats.org/drawingml/2006/main" prst="roundRect">
            <a:avLst>
              <a:gd name="adj" fmla="val 8276"/>
            </a:avLst>
          </a:prstGeom>
          <a:solidFill xmlns:a="http://schemas.openxmlformats.org/drawingml/2006/main">
            <a:srgbClr val="17263D"/>
          </a:solidFill>
          <a:ln xmlns:a="http://schemas.openxmlformats.org/drawingml/2006/main" w="19050">
            <a:solidFill>
              <a:srgbClr val="45D98A"/>
            </a:solidFill>
            <a:prstDash val="solid"/>
          </a:ln>
        </p:spPr>
      </p:sp>
      <p:sp>
        <p:nvSpPr>
          <p:cNvPr id="8" name="">
            <a:extLst xmlns:a="http://schemas.openxmlformats.org/drawingml/2006/main">
              <a:ext uri="{FF2B5EF4-FFF2-40B4-BE49-F238E27FC236}">
                <a16:creationId xmlns:a16="http://schemas.microsoft.com/office/drawing/2014/main" id="{D3F9D3A3-E715-4B3E-A1CC-0E6B7C08DCE9}"/>
              </a:ext>
            </a:extLst>
          </p:cNvPr>
          <p:cNvSpPr>
            <a:spLocks xmlns:a="http://schemas.openxmlformats.org/drawingml/2006/main" noGrp="1"/>
          </p:cNvSpPr>
          <p:nvPr/>
        </p:nvSpPr>
        <p:spPr>
          <a:xfrm xmlns:a="http://schemas.openxmlformats.org/drawingml/2006/main">
            <a:off x="666750" y="2714625"/>
            <a:ext cx="95250" cy="1381125"/>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93EAA56-365F-4973-868F-1054EDBDC70F}"/>
              </a:ext>
            </a:extLst>
          </p:cNvPr>
          <p:cNvSpPr>
            <a:spLocks xmlns:a="http://schemas.openxmlformats.org/drawingml/2006/main" noGrp="1"/>
          </p:cNvSpPr>
          <p:nvPr/>
        </p:nvSpPr>
        <p:spPr>
          <a:xfrm xmlns:a="http://schemas.openxmlformats.org/drawingml/2006/main">
            <a:off x="933450" y="2867025"/>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PATROL</a:t>
            </a:r>
          </a:p>
        </p:txBody>
      </p:sp>
      <p:sp>
        <p:nvSpPr>
          <p:cNvPr id="10" name="">
            <a:extLst xmlns:a="http://schemas.openxmlformats.org/drawingml/2006/main">
              <a:ext uri="{FF2B5EF4-FFF2-40B4-BE49-F238E27FC236}">
                <a16:creationId xmlns:a16="http://schemas.microsoft.com/office/drawing/2014/main" id="{2CD12E78-C817-4F05-A547-1D5E6E4B5FAA}"/>
              </a:ext>
            </a:extLst>
          </p:cNvPr>
          <p:cNvSpPr>
            <a:spLocks xmlns:a="http://schemas.openxmlformats.org/drawingml/2006/main" noGrp="1"/>
          </p:cNvSpPr>
          <p:nvPr/>
        </p:nvSpPr>
        <p:spPr>
          <a:xfrm xmlns:a="http://schemas.openxmlformats.org/drawingml/2006/main">
            <a:off x="933450" y="3200400"/>
            <a:ext cx="18478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Random direction</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Wall and ledge probes</a:t>
            </a:r>
          </a:p>
        </p:txBody>
      </p:sp>
      <p:sp>
        <p:nvSpPr>
          <p:cNvPr id="11" name="">
            <a:extLst xmlns:a="http://schemas.openxmlformats.org/drawingml/2006/main">
              <a:ext uri="{FF2B5EF4-FFF2-40B4-BE49-F238E27FC236}">
                <a16:creationId xmlns:a16="http://schemas.microsoft.com/office/drawing/2014/main" id="{0C54A29D-4A75-40F0-8DCB-5BB24438B364}"/>
              </a:ext>
            </a:extLst>
          </p:cNvPr>
          <p:cNvSpPr>
            <a:spLocks xmlns:a="http://schemas.openxmlformats.org/drawingml/2006/main" noGrp="1"/>
          </p:cNvSpPr>
          <p:nvPr/>
        </p:nvSpPr>
        <p:spPr>
          <a:xfrm xmlns:a="http://schemas.openxmlformats.org/drawingml/2006/main">
            <a:off x="2952750" y="3381375"/>
            <a:ext cx="57150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8EC556E-68FB-4181-B01E-716E3298B8DA}"/>
              </a:ext>
            </a:extLst>
          </p:cNvPr>
          <p:cNvSpPr>
            <a:spLocks xmlns:a="http://schemas.openxmlformats.org/drawingml/2006/main" noGrp="1"/>
          </p:cNvSpPr>
          <p:nvPr/>
        </p:nvSpPr>
        <p:spPr>
          <a:xfrm xmlns:a="http://schemas.openxmlformats.org/drawingml/2006/main">
            <a:off x="3524250" y="2714625"/>
            <a:ext cx="2286000" cy="1381125"/>
          </a:xfrm>
          <a:prstGeom xmlns:a="http://schemas.openxmlformats.org/drawingml/2006/main" prst="roundRect">
            <a:avLst>
              <a:gd name="adj" fmla="val 8276"/>
            </a:avLst>
          </a:prstGeom>
          <a:solidFill xmlns:a="http://schemas.openxmlformats.org/drawingml/2006/main">
            <a:srgbClr val="17263D"/>
          </a:solidFill>
          <a:ln xmlns:a="http://schemas.openxmlformats.org/drawingml/2006/main" w="19050">
            <a:solidFill>
              <a:srgbClr val="4BA8FF"/>
            </a:solidFill>
            <a:prstDash val="solid"/>
          </a:ln>
        </p:spPr>
      </p:sp>
      <p:sp>
        <p:nvSpPr>
          <p:cNvPr id="13" name="">
            <a:extLst xmlns:a="http://schemas.openxmlformats.org/drawingml/2006/main">
              <a:ext uri="{FF2B5EF4-FFF2-40B4-BE49-F238E27FC236}">
                <a16:creationId xmlns:a16="http://schemas.microsoft.com/office/drawing/2014/main" id="{A4131DA8-6539-4471-9E52-FF37BE3DA77B}"/>
              </a:ext>
            </a:extLst>
          </p:cNvPr>
          <p:cNvSpPr>
            <a:spLocks xmlns:a="http://schemas.openxmlformats.org/drawingml/2006/main" noGrp="1"/>
          </p:cNvSpPr>
          <p:nvPr/>
        </p:nvSpPr>
        <p:spPr>
          <a:xfrm xmlns:a="http://schemas.openxmlformats.org/drawingml/2006/main">
            <a:off x="3524250" y="2714625"/>
            <a:ext cx="95250" cy="1381125"/>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405334B-F283-4C30-8537-5737801081CB}"/>
              </a:ext>
            </a:extLst>
          </p:cNvPr>
          <p:cNvSpPr>
            <a:spLocks xmlns:a="http://schemas.openxmlformats.org/drawingml/2006/main" noGrp="1"/>
          </p:cNvSpPr>
          <p:nvPr/>
        </p:nvSpPr>
        <p:spPr>
          <a:xfrm xmlns:a="http://schemas.openxmlformats.org/drawingml/2006/main">
            <a:off x="3790950" y="2867025"/>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VISIBLE</a:t>
            </a:r>
          </a:p>
        </p:txBody>
      </p:sp>
      <p:sp>
        <p:nvSpPr>
          <p:cNvPr id="15" name="">
            <a:extLst xmlns:a="http://schemas.openxmlformats.org/drawingml/2006/main">
              <a:ext uri="{FF2B5EF4-FFF2-40B4-BE49-F238E27FC236}">
                <a16:creationId xmlns:a16="http://schemas.microsoft.com/office/drawing/2014/main" id="{55C20D90-0612-44BA-9E24-0A2D309E1952}"/>
              </a:ext>
            </a:extLst>
          </p:cNvPr>
          <p:cNvSpPr>
            <a:spLocks xmlns:a="http://schemas.openxmlformats.org/drawingml/2006/main" noGrp="1"/>
          </p:cNvSpPr>
          <p:nvPr/>
        </p:nvSpPr>
        <p:spPr>
          <a:xfrm xmlns:a="http://schemas.openxmlformats.org/drawingml/2006/main">
            <a:off x="3790950" y="3200400"/>
            <a:ext cx="18478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Range, height</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and line of sight</a:t>
            </a:r>
          </a:p>
        </p:txBody>
      </p:sp>
      <p:sp>
        <p:nvSpPr>
          <p:cNvPr id="16" name="">
            <a:extLst xmlns:a="http://schemas.openxmlformats.org/drawingml/2006/main">
              <a:ext uri="{FF2B5EF4-FFF2-40B4-BE49-F238E27FC236}">
                <a16:creationId xmlns:a16="http://schemas.microsoft.com/office/drawing/2014/main" id="{65DC7C14-970A-4FB2-9BA4-48D2C374BB25}"/>
              </a:ext>
            </a:extLst>
          </p:cNvPr>
          <p:cNvSpPr>
            <a:spLocks xmlns:a="http://schemas.openxmlformats.org/drawingml/2006/main" noGrp="1"/>
          </p:cNvSpPr>
          <p:nvPr/>
        </p:nvSpPr>
        <p:spPr>
          <a:xfrm xmlns:a="http://schemas.openxmlformats.org/drawingml/2006/main">
            <a:off x="5810250" y="3381375"/>
            <a:ext cx="57150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2C9630F-5FF7-4A2E-AD69-A86929115F7B}"/>
              </a:ext>
            </a:extLst>
          </p:cNvPr>
          <p:cNvSpPr>
            <a:spLocks xmlns:a="http://schemas.openxmlformats.org/drawingml/2006/main" noGrp="1"/>
          </p:cNvSpPr>
          <p:nvPr/>
        </p:nvSpPr>
        <p:spPr>
          <a:xfrm xmlns:a="http://schemas.openxmlformats.org/drawingml/2006/main">
            <a:off x="6381750" y="2714625"/>
            <a:ext cx="2286000" cy="1381125"/>
          </a:xfrm>
          <a:prstGeom xmlns:a="http://schemas.openxmlformats.org/drawingml/2006/main" prst="roundRect">
            <a:avLst>
              <a:gd name="adj" fmla="val 8276"/>
            </a:avLst>
          </a:prstGeom>
          <a:solidFill xmlns:a="http://schemas.openxmlformats.org/drawingml/2006/main">
            <a:srgbClr val="17263D"/>
          </a:solidFill>
          <a:ln xmlns:a="http://schemas.openxmlformats.org/drawingml/2006/main" w="19050">
            <a:solidFill>
              <a:srgbClr val="FFC857"/>
            </a:solidFill>
            <a:prstDash val="solid"/>
          </a:ln>
        </p:spPr>
      </p:sp>
      <p:sp>
        <p:nvSpPr>
          <p:cNvPr id="18" name="">
            <a:extLst xmlns:a="http://schemas.openxmlformats.org/drawingml/2006/main">
              <a:ext uri="{FF2B5EF4-FFF2-40B4-BE49-F238E27FC236}">
                <a16:creationId xmlns:a16="http://schemas.microsoft.com/office/drawing/2014/main" id="{A3FE697B-BB15-4ED8-B88A-9C6EA86D048E}"/>
              </a:ext>
            </a:extLst>
          </p:cNvPr>
          <p:cNvSpPr>
            <a:spLocks xmlns:a="http://schemas.openxmlformats.org/drawingml/2006/main" noGrp="1"/>
          </p:cNvSpPr>
          <p:nvPr/>
        </p:nvSpPr>
        <p:spPr>
          <a:xfrm xmlns:a="http://schemas.openxmlformats.org/drawingml/2006/main">
            <a:off x="6381750" y="2714625"/>
            <a:ext cx="95250" cy="1381125"/>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1DC7521-B686-4EB1-910D-9FC3E23ABB87}"/>
              </a:ext>
            </a:extLst>
          </p:cNvPr>
          <p:cNvSpPr>
            <a:spLocks xmlns:a="http://schemas.openxmlformats.org/drawingml/2006/main" noGrp="1"/>
          </p:cNvSpPr>
          <p:nvPr/>
        </p:nvSpPr>
        <p:spPr>
          <a:xfrm xmlns:a="http://schemas.openxmlformats.org/drawingml/2006/main">
            <a:off x="6648450" y="2867025"/>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CHASE</a:t>
            </a:r>
          </a:p>
        </p:txBody>
      </p:sp>
      <p:sp>
        <p:nvSpPr>
          <p:cNvPr id="20" name="">
            <a:extLst xmlns:a="http://schemas.openxmlformats.org/drawingml/2006/main">
              <a:ext uri="{FF2B5EF4-FFF2-40B4-BE49-F238E27FC236}">
                <a16:creationId xmlns:a16="http://schemas.microsoft.com/office/drawing/2014/main" id="{807DE297-B48A-4355-B8B3-A589F8EB56B5}"/>
              </a:ext>
            </a:extLst>
          </p:cNvPr>
          <p:cNvSpPr>
            <a:spLocks xmlns:a="http://schemas.openxmlformats.org/drawingml/2006/main" noGrp="1"/>
          </p:cNvSpPr>
          <p:nvPr/>
        </p:nvSpPr>
        <p:spPr>
          <a:xfrm xmlns:a="http://schemas.openxmlformats.org/drawingml/2006/main">
            <a:off x="6648450" y="3200400"/>
            <a:ext cx="18478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Preference and</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chase speed profile</a:t>
            </a:r>
          </a:p>
        </p:txBody>
      </p:sp>
      <p:sp>
        <p:nvSpPr>
          <p:cNvPr id="21" name="">
            <a:extLst xmlns:a="http://schemas.openxmlformats.org/drawingml/2006/main">
              <a:ext uri="{FF2B5EF4-FFF2-40B4-BE49-F238E27FC236}">
                <a16:creationId xmlns:a16="http://schemas.microsoft.com/office/drawing/2014/main" id="{E7E7497A-09D0-4D31-9382-DA11ACE88159}"/>
              </a:ext>
            </a:extLst>
          </p:cNvPr>
          <p:cNvSpPr>
            <a:spLocks xmlns:a="http://schemas.openxmlformats.org/drawingml/2006/main" noGrp="1"/>
          </p:cNvSpPr>
          <p:nvPr/>
        </p:nvSpPr>
        <p:spPr>
          <a:xfrm xmlns:a="http://schemas.openxmlformats.org/drawingml/2006/main">
            <a:off x="8667750" y="3381375"/>
            <a:ext cx="57150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8F359EF-3322-4C5E-A0AB-0961CDD91266}"/>
              </a:ext>
            </a:extLst>
          </p:cNvPr>
          <p:cNvSpPr>
            <a:spLocks xmlns:a="http://schemas.openxmlformats.org/drawingml/2006/main" noGrp="1"/>
          </p:cNvSpPr>
          <p:nvPr/>
        </p:nvSpPr>
        <p:spPr>
          <a:xfrm xmlns:a="http://schemas.openxmlformats.org/drawingml/2006/main">
            <a:off x="9239250" y="2714625"/>
            <a:ext cx="2286000" cy="1381125"/>
          </a:xfrm>
          <a:prstGeom xmlns:a="http://schemas.openxmlformats.org/drawingml/2006/main" prst="roundRect">
            <a:avLst>
              <a:gd name="adj" fmla="val 8276"/>
            </a:avLst>
          </a:prstGeom>
          <a:solidFill xmlns:a="http://schemas.openxmlformats.org/drawingml/2006/main">
            <a:srgbClr val="17263D"/>
          </a:solidFill>
          <a:ln xmlns:a="http://schemas.openxmlformats.org/drawingml/2006/main" w="19050">
            <a:solidFill>
              <a:srgbClr val="F64D61"/>
            </a:solidFill>
            <a:prstDash val="solid"/>
          </a:ln>
        </p:spPr>
      </p:sp>
      <p:sp>
        <p:nvSpPr>
          <p:cNvPr id="23" name="">
            <a:extLst xmlns:a="http://schemas.openxmlformats.org/drawingml/2006/main">
              <a:ext uri="{FF2B5EF4-FFF2-40B4-BE49-F238E27FC236}">
                <a16:creationId xmlns:a16="http://schemas.microsoft.com/office/drawing/2014/main" id="{98C2AA75-F31C-47FE-9674-85C27FF2F4AE}"/>
              </a:ext>
            </a:extLst>
          </p:cNvPr>
          <p:cNvSpPr>
            <a:spLocks xmlns:a="http://schemas.openxmlformats.org/drawingml/2006/main" noGrp="1"/>
          </p:cNvSpPr>
          <p:nvPr/>
        </p:nvSpPr>
        <p:spPr>
          <a:xfrm xmlns:a="http://schemas.openxmlformats.org/drawingml/2006/main">
            <a:off x="9239250" y="2714625"/>
            <a:ext cx="95250" cy="1381125"/>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D1AD494-5AB3-4AE2-98AB-6B7B1EC895B4}"/>
              </a:ext>
            </a:extLst>
          </p:cNvPr>
          <p:cNvSpPr>
            <a:spLocks xmlns:a="http://schemas.openxmlformats.org/drawingml/2006/main" noGrp="1"/>
          </p:cNvSpPr>
          <p:nvPr/>
        </p:nvSpPr>
        <p:spPr>
          <a:xfrm xmlns:a="http://schemas.openxmlformats.org/drawingml/2006/main">
            <a:off x="9505950" y="2867025"/>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ATTACK</a:t>
            </a:r>
          </a:p>
        </p:txBody>
      </p:sp>
      <p:sp>
        <p:nvSpPr>
          <p:cNvPr id="25" name="">
            <a:extLst xmlns:a="http://schemas.openxmlformats.org/drawingml/2006/main">
              <a:ext uri="{FF2B5EF4-FFF2-40B4-BE49-F238E27FC236}">
                <a16:creationId xmlns:a16="http://schemas.microsoft.com/office/drawing/2014/main" id="{550B08F1-221E-48EC-B2FC-BD387B3FB64A}"/>
              </a:ext>
            </a:extLst>
          </p:cNvPr>
          <p:cNvSpPr>
            <a:spLocks xmlns:a="http://schemas.openxmlformats.org/drawingml/2006/main" noGrp="1"/>
          </p:cNvSpPr>
          <p:nvPr/>
        </p:nvSpPr>
        <p:spPr>
          <a:xfrm xmlns:a="http://schemas.openxmlformats.org/drawingml/2006/main">
            <a:off x="9505950" y="3200400"/>
            <a:ext cx="18478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Montage starts</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immediately</a:t>
            </a:r>
          </a:p>
        </p:txBody>
      </p:sp>
      <p:sp>
        <p:nvSpPr>
          <p:cNvPr id="26" name="">
            <a:extLst xmlns:a="http://schemas.openxmlformats.org/drawingml/2006/main">
              <a:ext uri="{FF2B5EF4-FFF2-40B4-BE49-F238E27FC236}">
                <a16:creationId xmlns:a16="http://schemas.microsoft.com/office/drawing/2014/main" id="{E806D5E6-1B76-42E8-9638-35A6BA2B04C8}"/>
              </a:ext>
            </a:extLst>
          </p:cNvPr>
          <p:cNvSpPr>
            <a:spLocks xmlns:a="http://schemas.openxmlformats.org/drawingml/2006/main" noGrp="1"/>
          </p:cNvSpPr>
          <p:nvPr/>
        </p:nvSpPr>
        <p:spPr>
          <a:xfrm xmlns:a="http://schemas.openxmlformats.org/drawingml/2006/main">
            <a:off x="2476500" y="4810125"/>
            <a:ext cx="7239000" cy="876300"/>
          </a:xfrm>
          <a:prstGeom xmlns:a="http://schemas.openxmlformats.org/drawingml/2006/main" prst="roundRect">
            <a:avLst>
              <a:gd name="adj" fmla="val 13043"/>
            </a:avLst>
          </a:prstGeom>
          <a:solidFill xmlns:a="http://schemas.openxmlformats.org/drawingml/2006/main">
            <a:srgbClr val="122036"/>
          </a:solidFill>
          <a:ln xmlns:a="http://schemas.openxmlformats.org/drawingml/2006/main" w="19050">
            <a:solidFill>
              <a:srgbClr val="4BA8FF"/>
            </a:solidFill>
            <a:prstDash val="solid"/>
          </a:ln>
        </p:spPr>
      </p:sp>
      <p:sp>
        <p:nvSpPr>
          <p:cNvPr id="27" name="">
            <a:extLst xmlns:a="http://schemas.openxmlformats.org/drawingml/2006/main">
              <a:ext uri="{FF2B5EF4-FFF2-40B4-BE49-F238E27FC236}">
                <a16:creationId xmlns:a16="http://schemas.microsoft.com/office/drawing/2014/main" id="{093ED50B-7AEC-4E79-8530-92315FB196AF}"/>
              </a:ext>
            </a:extLst>
          </p:cNvPr>
          <p:cNvSpPr>
            <a:spLocks xmlns:a="http://schemas.openxmlformats.org/drawingml/2006/main" noGrp="1"/>
          </p:cNvSpPr>
          <p:nvPr/>
        </p:nvSpPr>
        <p:spPr>
          <a:xfrm xmlns:a="http://schemas.openxmlformats.org/drawingml/2006/main">
            <a:off x="2857500" y="4953000"/>
            <a:ext cx="647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778"/>
          </a:bodyPr>
          <a:lstStyle xmlns:a="http://schemas.openxmlformats.org/drawingml/2006/main">
            <a:defPPr>
              <a:defRPr sz="1800" b="1">
                <a:solidFill>
                  <a:srgbClr val="F6F8FC"/>
                </a:solidFill>
                <a:latin typeface="Aptos"/>
                <a:ea typeface="Aptos"/>
                <a:cs typeface="Aptos"/>
              </a:defRPr>
            </a:defPPr>
            <a:lvl1pPr>
              <a:defRPr sz="1800" b="1">
                <a:solidFill>
                  <a:srgbClr val="F6F8FC"/>
                </a:solidFill>
                <a:latin typeface="Aptos"/>
                <a:ea typeface="Aptos"/>
                <a:cs typeface="Aptos"/>
              </a:defRPr>
            </a:lvl1pPr>
            <a:lvl2pPr>
              <a:defRPr sz="1800" b="1">
                <a:solidFill>
                  <a:srgbClr val="F6F8FC"/>
                </a:solidFill>
                <a:latin typeface="Aptos"/>
                <a:ea typeface="Aptos"/>
                <a:cs typeface="Aptos"/>
              </a:defRPr>
            </a:lvl2pPr>
            <a:lvl3pPr>
              <a:defRPr sz="1800" b="1">
                <a:solidFill>
                  <a:srgbClr val="F6F8FC"/>
                </a:solidFill>
                <a:latin typeface="Aptos"/>
                <a:ea typeface="Aptos"/>
                <a:cs typeface="Aptos"/>
              </a:defRPr>
            </a:lvl3pPr>
            <a:lvl4pPr>
              <a:defRPr sz="1800" b="1">
                <a:solidFill>
                  <a:srgbClr val="F6F8FC"/>
                </a:solidFill>
                <a:latin typeface="Aptos"/>
                <a:ea typeface="Aptos"/>
                <a:cs typeface="Aptos"/>
              </a:defRPr>
            </a:lvl4pPr>
            <a:lvl5pPr>
              <a:defRPr sz="1800" b="1">
                <a:solidFill>
                  <a:srgbClr val="F6F8FC"/>
                </a:solidFill>
                <a:latin typeface="Aptos"/>
                <a:ea typeface="Aptos"/>
                <a:cs typeface="Aptos"/>
              </a:defRPr>
            </a:lvl5pPr>
            <a:lvl6pPr>
              <a:defRPr sz="1800" b="1">
                <a:solidFill>
                  <a:srgbClr val="F6F8FC"/>
                </a:solidFill>
                <a:latin typeface="Aptos"/>
                <a:ea typeface="Aptos"/>
                <a:cs typeface="Aptos"/>
              </a:defRPr>
            </a:lvl6pPr>
            <a:lvl7pPr>
              <a:defRPr sz="1800" b="1">
                <a:solidFill>
                  <a:srgbClr val="F6F8FC"/>
                </a:solidFill>
                <a:latin typeface="Aptos"/>
                <a:ea typeface="Aptos"/>
                <a:cs typeface="Aptos"/>
              </a:defRPr>
            </a:lvl7pPr>
            <a:lvl8pPr>
              <a:defRPr sz="1800" b="1">
                <a:solidFill>
                  <a:srgbClr val="F6F8FC"/>
                </a:solidFill>
                <a:latin typeface="Aptos"/>
                <a:ea typeface="Aptos"/>
                <a:cs typeface="Aptos"/>
              </a:defRPr>
            </a:lvl8pPr>
            <a:lvl9pPr>
              <a:defRPr sz="1800" b="1">
                <a:solidFill>
                  <a:srgbClr val="F6F8FC"/>
                </a:solidFill>
                <a:latin typeface="Aptos"/>
                <a:ea typeface="Aptos"/>
                <a:cs typeface="Aptos"/>
              </a:defRPr>
            </a:lvl9pPr>
          </a:lstStyle>
          <a:p xmlns:a="http://schemas.openxmlformats.org/drawingml/2006/main">
            <a:pPr>
              <a:defRPr sz="1800" b="1">
                <a:solidFill>
                  <a:srgbClr val="F6F8FC"/>
                </a:solidFill>
                <a:latin typeface="Aptos"/>
                <a:ea typeface="Aptos"/>
                <a:cs typeface="Aptos"/>
              </a:defRPr>
            </a:pPr>
            <a:r>
              <a:rPr sz="1800" b="1">
                <a:solidFill>
                  <a:srgbClr val="F6F8FC"/>
                </a:solidFill>
                <a:latin typeface="Aptos"/>
                <a:ea typeface="Aptos"/>
                <a:cs typeface="Aptos"/>
              </a:rPr>
              <a:t>AttackHitDelay defines the damage moment</a:t>
            </a:r>
          </a:p>
        </p:txBody>
      </p:sp>
      <p:sp>
        <p:nvSpPr>
          <p:cNvPr id="28" name="">
            <a:extLst xmlns:a="http://schemas.openxmlformats.org/drawingml/2006/main">
              <a:ext uri="{FF2B5EF4-FFF2-40B4-BE49-F238E27FC236}">
                <a16:creationId xmlns:a16="http://schemas.microsoft.com/office/drawing/2014/main" id="{7EC3B6B1-FBED-4993-BF03-3B90B625D1FC}"/>
              </a:ext>
            </a:extLst>
          </p:cNvPr>
          <p:cNvSpPr>
            <a:spLocks xmlns:a="http://schemas.openxmlformats.org/drawingml/2006/main" noGrp="1"/>
          </p:cNvSpPr>
          <p:nvPr/>
        </p:nvSpPr>
        <p:spPr>
          <a:xfrm xmlns:a="http://schemas.openxmlformats.org/drawingml/2006/main">
            <a:off x="2857500" y="5286375"/>
            <a:ext cx="647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2"/>
          </a:bodyPr>
          <a:lstStyle xmlns:a="http://schemas.openxmlformats.org/drawingml/2006/main">
            <a:defPPr>
              <a:defRPr sz="1275" b="0">
                <a:solidFill>
                  <a:srgbClr val="A9B7CB"/>
                </a:solidFill>
                <a:latin typeface="Aptos"/>
                <a:ea typeface="Aptos"/>
                <a:cs typeface="Aptos"/>
              </a:defRPr>
            </a:defPPr>
            <a:lvl1pPr>
              <a:defRPr sz="1275" b="0">
                <a:solidFill>
                  <a:srgbClr val="A9B7CB"/>
                </a:solidFill>
                <a:latin typeface="Aptos"/>
                <a:ea typeface="Aptos"/>
                <a:cs typeface="Aptos"/>
              </a:defRPr>
            </a:lvl1pPr>
            <a:lvl2pPr>
              <a:defRPr sz="1275" b="0">
                <a:solidFill>
                  <a:srgbClr val="A9B7CB"/>
                </a:solidFill>
                <a:latin typeface="Aptos"/>
                <a:ea typeface="Aptos"/>
                <a:cs typeface="Aptos"/>
              </a:defRPr>
            </a:lvl2pPr>
            <a:lvl3pPr>
              <a:defRPr sz="1275" b="0">
                <a:solidFill>
                  <a:srgbClr val="A9B7CB"/>
                </a:solidFill>
                <a:latin typeface="Aptos"/>
                <a:ea typeface="Aptos"/>
                <a:cs typeface="Aptos"/>
              </a:defRPr>
            </a:lvl3pPr>
            <a:lvl4pPr>
              <a:defRPr sz="1275" b="0">
                <a:solidFill>
                  <a:srgbClr val="A9B7CB"/>
                </a:solidFill>
                <a:latin typeface="Aptos"/>
                <a:ea typeface="Aptos"/>
                <a:cs typeface="Aptos"/>
              </a:defRPr>
            </a:lvl4pPr>
            <a:lvl5pPr>
              <a:defRPr sz="1275" b="0">
                <a:solidFill>
                  <a:srgbClr val="A9B7CB"/>
                </a:solidFill>
                <a:latin typeface="Aptos"/>
                <a:ea typeface="Aptos"/>
                <a:cs typeface="Aptos"/>
              </a:defRPr>
            </a:lvl5pPr>
            <a:lvl6pPr>
              <a:defRPr sz="1275" b="0">
                <a:solidFill>
                  <a:srgbClr val="A9B7CB"/>
                </a:solidFill>
                <a:latin typeface="Aptos"/>
                <a:ea typeface="Aptos"/>
                <a:cs typeface="Aptos"/>
              </a:defRPr>
            </a:lvl6pPr>
            <a:lvl7pPr>
              <a:defRPr sz="1275" b="0">
                <a:solidFill>
                  <a:srgbClr val="A9B7CB"/>
                </a:solidFill>
                <a:latin typeface="Aptos"/>
                <a:ea typeface="Aptos"/>
                <a:cs typeface="Aptos"/>
              </a:defRPr>
            </a:lvl7pPr>
            <a:lvl8pPr>
              <a:defRPr sz="1275" b="0">
                <a:solidFill>
                  <a:srgbClr val="A9B7CB"/>
                </a:solidFill>
                <a:latin typeface="Aptos"/>
                <a:ea typeface="Aptos"/>
                <a:cs typeface="Aptos"/>
              </a:defRPr>
            </a:lvl8pPr>
            <a:lvl9pPr>
              <a:defRPr sz="1275" b="0">
                <a:solidFill>
                  <a:srgbClr val="A9B7CB"/>
                </a:solidFill>
                <a:latin typeface="Aptos"/>
                <a:ea typeface="Aptos"/>
                <a:cs typeface="Aptos"/>
              </a:defRPr>
            </a:lvl9pPr>
          </a:lstStyle>
          <a:p xmlns:a="http://schemas.openxmlformats.org/drawingml/2006/main">
            <a:pPr>
              <a:defRPr sz="1275" b="0">
                <a:solidFill>
                  <a:srgbClr val="A9B7CB"/>
                </a:solidFill>
                <a:latin typeface="Aptos"/>
                <a:ea typeface="Aptos"/>
                <a:cs typeface="Aptos"/>
              </a:defRPr>
            </a:pPr>
            <a:r>
              <a:rPr sz="1275" b="0">
                <a:solidFill>
                  <a:srgbClr val="A9B7CB"/>
                </a:solidFill>
                <a:latin typeface="Aptos"/>
                <a:ea typeface="Aptos"/>
                <a:cs typeface="Aptos"/>
              </a:rPr>
              <a:t>Progress changes cooldown, not animation rate or hit timing</a:t>
            </a:r>
          </a:p>
        </p:txBody>
      </p:sp>
    </p:spTree>
    <p:extLst>
      <p:ext uri="{BB962C8B-B14F-4D97-AF65-F5344CB8AC3E}">
        <p14:creationId xmlns:p14="http://schemas.microsoft.com/office/powerpoint/2010/main" val="1128083382"/>
      </p:ext>
    </p:extLst>
  </p:cSld>
</p:sld>
</file>

<file path=ppt/slides/slide7.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3A5BB3B-6F4B-48E2-95B9-55733955574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C87BF9-BD5B-4553-B61D-ACAF8107EFF1}"/>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UTILITY-BASED SELECTION</a:t>
            </a:r>
          </a:p>
        </p:txBody>
      </p:sp>
      <p:sp>
        <p:nvSpPr>
          <p:cNvPr id="3" name="">
            <a:extLst xmlns:a="http://schemas.openxmlformats.org/drawingml/2006/main">
              <a:ext uri="{FF2B5EF4-FFF2-40B4-BE49-F238E27FC236}">
                <a16:creationId xmlns:a16="http://schemas.microsoft.com/office/drawing/2014/main" id="{9A40067E-745E-4B06-8EE3-15FEF025B6B1}"/>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Teleporter enemy</a:t>
            </a:r>
          </a:p>
        </p:txBody>
      </p:sp>
      <p:sp>
        <p:nvSpPr>
          <p:cNvPr id="4" name="">
            <a:extLst xmlns:a="http://schemas.openxmlformats.org/drawingml/2006/main">
              <a:ext uri="{FF2B5EF4-FFF2-40B4-BE49-F238E27FC236}">
                <a16:creationId xmlns:a16="http://schemas.microsoft.com/office/drawing/2014/main" id="{F4ECD673-04C8-4D5C-9861-C05EFFD3896B}"/>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AEEAE4B-234E-44D0-9940-FB2128194065}"/>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4D9CE3A7-D98A-49FF-AAB7-774F050AB411}"/>
              </a:ext>
            </a:extLst>
          </p:cNvPr>
          <p:cNvSpPr>
            <a:spLocks xmlns:a="http://schemas.openxmlformats.org/drawingml/2006/main" noGrp="1"/>
          </p:cNvSpPr>
          <p:nvPr/>
        </p:nvSpPr>
        <p:spPr>
          <a:xfrm xmlns:a="http://schemas.openxmlformats.org/drawingml/2006/main">
            <a:off x="704850" y="1657350"/>
            <a:ext cx="742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851"/>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Arena-owned points are filtered, scored and reserved</a:t>
            </a:r>
          </a:p>
        </p:txBody>
      </p:sp>
      <p:sp>
        <p:nvSpPr>
          <p:cNvPr id="7" name="">
            <a:extLst xmlns:a="http://schemas.openxmlformats.org/drawingml/2006/main">
              <a:ext uri="{FF2B5EF4-FFF2-40B4-BE49-F238E27FC236}">
                <a16:creationId xmlns:a16="http://schemas.microsoft.com/office/drawing/2014/main" id="{DAEA663B-201F-40E2-8D44-6D5EBA24116F}"/>
              </a:ext>
            </a:extLst>
          </p:cNvPr>
          <p:cNvSpPr>
            <a:spLocks xmlns:a="http://schemas.openxmlformats.org/drawingml/2006/main" noGrp="1"/>
          </p:cNvSpPr>
          <p:nvPr/>
        </p:nvSpPr>
        <p:spPr>
          <a:xfrm xmlns:a="http://schemas.openxmlformats.org/drawingml/2006/main">
            <a:off x="8667750" y="2428875"/>
            <a:ext cx="1143000" cy="1143000"/>
          </a:xfrm>
          <a:prstGeom xmlns:a="http://schemas.openxmlformats.org/drawingml/2006/main" prst="ellipse">
            <a:avLst/>
          </a:prstGeom>
          <a:solidFill xmlns:a="http://schemas.openxmlformats.org/drawingml/2006/main">
            <a:srgbClr val="2A3E5D"/>
          </a:solidFill>
          <a:ln xmlns:a="http://schemas.openxmlformats.org/drawingml/2006/main" w="19050">
            <a:solidFill>
              <a:srgbClr val="4BA8FF"/>
            </a:solidFill>
            <a:prstDash val="solid"/>
          </a:ln>
        </p:spPr>
      </p:sp>
      <p:sp>
        <p:nvSpPr>
          <p:cNvPr id="8" name="">
            <a:extLst xmlns:a="http://schemas.openxmlformats.org/drawingml/2006/main">
              <a:ext uri="{FF2B5EF4-FFF2-40B4-BE49-F238E27FC236}">
                <a16:creationId xmlns:a16="http://schemas.microsoft.com/office/drawing/2014/main" id="{A20ECDE4-DF69-456D-B29A-D83B4D9A2366}"/>
              </a:ext>
            </a:extLst>
          </p:cNvPr>
          <p:cNvSpPr>
            <a:spLocks xmlns:a="http://schemas.openxmlformats.org/drawingml/2006/main" noGrp="1"/>
          </p:cNvSpPr>
          <p:nvPr/>
        </p:nvSpPr>
        <p:spPr>
          <a:xfrm xmlns:a="http://schemas.openxmlformats.org/drawingml/2006/main">
            <a:off x="8858250" y="28575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defPPr>
              <a:defRPr sz="1200" b="1">
                <a:solidFill>
                  <a:srgbClr val="F6F8FC"/>
                </a:solidFill>
                <a:latin typeface="Aptos"/>
                <a:ea typeface="Aptos"/>
                <a:cs typeface="Aptos"/>
              </a:defRPr>
            </a:defPPr>
            <a:lvl1pPr>
              <a:defRPr sz="1200" b="1">
                <a:solidFill>
                  <a:srgbClr val="F6F8FC"/>
                </a:solidFill>
                <a:latin typeface="Aptos"/>
                <a:ea typeface="Aptos"/>
                <a:cs typeface="Aptos"/>
              </a:defRPr>
            </a:lvl1pPr>
            <a:lvl2pPr>
              <a:defRPr sz="1200" b="1">
                <a:solidFill>
                  <a:srgbClr val="F6F8FC"/>
                </a:solidFill>
                <a:latin typeface="Aptos"/>
                <a:ea typeface="Aptos"/>
                <a:cs typeface="Aptos"/>
              </a:defRPr>
            </a:lvl2pPr>
            <a:lvl3pPr>
              <a:defRPr sz="1200" b="1">
                <a:solidFill>
                  <a:srgbClr val="F6F8FC"/>
                </a:solidFill>
                <a:latin typeface="Aptos"/>
                <a:ea typeface="Aptos"/>
                <a:cs typeface="Aptos"/>
              </a:defRPr>
            </a:lvl3pPr>
            <a:lvl4pPr>
              <a:defRPr sz="1200" b="1">
                <a:solidFill>
                  <a:srgbClr val="F6F8FC"/>
                </a:solidFill>
                <a:latin typeface="Aptos"/>
                <a:ea typeface="Aptos"/>
                <a:cs typeface="Aptos"/>
              </a:defRPr>
            </a:lvl4pPr>
            <a:lvl5pPr>
              <a:defRPr sz="1200" b="1">
                <a:solidFill>
                  <a:srgbClr val="F6F8FC"/>
                </a:solidFill>
                <a:latin typeface="Aptos"/>
                <a:ea typeface="Aptos"/>
                <a:cs typeface="Aptos"/>
              </a:defRPr>
            </a:lvl5pPr>
            <a:lvl6pPr>
              <a:defRPr sz="1200" b="1">
                <a:solidFill>
                  <a:srgbClr val="F6F8FC"/>
                </a:solidFill>
                <a:latin typeface="Aptos"/>
                <a:ea typeface="Aptos"/>
                <a:cs typeface="Aptos"/>
              </a:defRPr>
            </a:lvl6pPr>
            <a:lvl7pPr>
              <a:defRPr sz="1200" b="1">
                <a:solidFill>
                  <a:srgbClr val="F6F8FC"/>
                </a:solidFill>
                <a:latin typeface="Aptos"/>
                <a:ea typeface="Aptos"/>
                <a:cs typeface="Aptos"/>
              </a:defRPr>
            </a:lvl7pPr>
            <a:lvl8pPr>
              <a:defRPr sz="1200" b="1">
                <a:solidFill>
                  <a:srgbClr val="F6F8FC"/>
                </a:solidFill>
                <a:latin typeface="Aptos"/>
                <a:ea typeface="Aptos"/>
                <a:cs typeface="Aptos"/>
              </a:defRPr>
            </a:lvl8pPr>
            <a:lvl9pPr>
              <a:defRPr sz="1200" b="1">
                <a:solidFill>
                  <a:srgbClr val="F6F8FC"/>
                </a:solidFill>
                <a:latin typeface="Aptos"/>
                <a:ea typeface="Aptos"/>
                <a:cs typeface="Aptos"/>
              </a:defRPr>
            </a:lvl9pPr>
          </a:lstStyle>
          <a:p xmlns:a="http://schemas.openxmlformats.org/drawingml/2006/main">
            <a:pPr>
              <a:defRPr sz="1200" b="1">
                <a:solidFill>
                  <a:srgbClr val="F6F8FC"/>
                </a:solidFill>
                <a:latin typeface="Aptos"/>
                <a:ea typeface="Aptos"/>
                <a:cs typeface="Aptos"/>
              </a:defRPr>
            </a:pPr>
            <a:r>
              <a:rPr sz="1200" b="1">
                <a:solidFill>
                  <a:srgbClr val="F6F8FC"/>
                </a:solidFill>
                <a:latin typeface="Aptos"/>
                <a:ea typeface="Aptos"/>
                <a:cs typeface="Aptos"/>
              </a:rPr>
              <a:t>PLAYER</a:t>
            </a:r>
          </a:p>
        </p:txBody>
      </p:sp>
      <p:sp>
        <p:nvSpPr>
          <p:cNvPr id="9" name="">
            <a:extLst xmlns:a="http://schemas.openxmlformats.org/drawingml/2006/main">
              <a:ext uri="{FF2B5EF4-FFF2-40B4-BE49-F238E27FC236}">
                <a16:creationId xmlns:a16="http://schemas.microsoft.com/office/drawing/2014/main" id="{9413A1BE-2D76-4CE6-A22A-68AE71565148}"/>
              </a:ext>
            </a:extLst>
          </p:cNvPr>
          <p:cNvSpPr>
            <a:spLocks xmlns:a="http://schemas.openxmlformats.org/drawingml/2006/main" noGrp="1"/>
          </p:cNvSpPr>
          <p:nvPr/>
        </p:nvSpPr>
        <p:spPr>
          <a:xfrm xmlns:a="http://schemas.openxmlformats.org/drawingml/2006/main">
            <a:off x="7239000" y="2667000"/>
            <a:ext cx="781050" cy="781050"/>
          </a:xfrm>
          <a:prstGeom xmlns:a="http://schemas.openxmlformats.org/drawingml/2006/main" prst="ellipse">
            <a:avLst/>
          </a:prstGeom>
          <a:solidFill xmlns:a="http://schemas.openxmlformats.org/drawingml/2006/main">
            <a:srgbClr val="122036"/>
          </a:solidFill>
          <a:ln xmlns:a="http://schemas.openxmlformats.org/drawingml/2006/main" w="19050">
            <a:solidFill>
              <a:srgbClr val="F64D61"/>
            </a:solidFill>
            <a:prstDash val="solid"/>
          </a:ln>
        </p:spPr>
      </p:sp>
      <p:sp>
        <p:nvSpPr>
          <p:cNvPr id="10" name="">
            <a:extLst xmlns:a="http://schemas.openxmlformats.org/drawingml/2006/main">
              <a:ext uri="{FF2B5EF4-FFF2-40B4-BE49-F238E27FC236}">
                <a16:creationId xmlns:a16="http://schemas.microsoft.com/office/drawing/2014/main" id="{A5467C9B-CF81-40CC-8DE3-E10AD49777A1}"/>
              </a:ext>
            </a:extLst>
          </p:cNvPr>
          <p:cNvSpPr>
            <a:spLocks xmlns:a="http://schemas.openxmlformats.org/drawingml/2006/main" noGrp="1"/>
          </p:cNvSpPr>
          <p:nvPr/>
        </p:nvSpPr>
        <p:spPr>
          <a:xfrm xmlns:a="http://schemas.openxmlformats.org/drawingml/2006/main">
            <a:off x="7296150" y="29432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667"/>
          </a:bodyPr>
          <a:lstStyle xmlns:a="http://schemas.openxmlformats.org/drawingml/2006/main">
            <a:defPPr>
              <a:defRPr sz="750" b="1">
                <a:solidFill>
                  <a:srgbClr val="F64D61"/>
                </a:solidFill>
                <a:latin typeface="Aptos"/>
                <a:ea typeface="Aptos"/>
                <a:cs typeface="Aptos"/>
              </a:defRPr>
            </a:defPPr>
            <a:lvl1pPr>
              <a:defRPr sz="750" b="1">
                <a:solidFill>
                  <a:srgbClr val="F64D61"/>
                </a:solidFill>
                <a:latin typeface="Aptos"/>
                <a:ea typeface="Aptos"/>
                <a:cs typeface="Aptos"/>
              </a:defRPr>
            </a:lvl1pPr>
            <a:lvl2pPr>
              <a:defRPr sz="750" b="1">
                <a:solidFill>
                  <a:srgbClr val="F64D61"/>
                </a:solidFill>
                <a:latin typeface="Aptos"/>
                <a:ea typeface="Aptos"/>
                <a:cs typeface="Aptos"/>
              </a:defRPr>
            </a:lvl2pPr>
            <a:lvl3pPr>
              <a:defRPr sz="750" b="1">
                <a:solidFill>
                  <a:srgbClr val="F64D61"/>
                </a:solidFill>
                <a:latin typeface="Aptos"/>
                <a:ea typeface="Aptos"/>
                <a:cs typeface="Aptos"/>
              </a:defRPr>
            </a:lvl3pPr>
            <a:lvl4pPr>
              <a:defRPr sz="750" b="1">
                <a:solidFill>
                  <a:srgbClr val="F64D61"/>
                </a:solidFill>
                <a:latin typeface="Aptos"/>
                <a:ea typeface="Aptos"/>
                <a:cs typeface="Aptos"/>
              </a:defRPr>
            </a:lvl4pPr>
            <a:lvl5pPr>
              <a:defRPr sz="750" b="1">
                <a:solidFill>
                  <a:srgbClr val="F64D61"/>
                </a:solidFill>
                <a:latin typeface="Aptos"/>
                <a:ea typeface="Aptos"/>
                <a:cs typeface="Aptos"/>
              </a:defRPr>
            </a:lvl5pPr>
            <a:lvl6pPr>
              <a:defRPr sz="750" b="1">
                <a:solidFill>
                  <a:srgbClr val="F64D61"/>
                </a:solidFill>
                <a:latin typeface="Aptos"/>
                <a:ea typeface="Aptos"/>
                <a:cs typeface="Aptos"/>
              </a:defRPr>
            </a:lvl6pPr>
            <a:lvl7pPr>
              <a:defRPr sz="750" b="1">
                <a:solidFill>
                  <a:srgbClr val="F64D61"/>
                </a:solidFill>
                <a:latin typeface="Aptos"/>
                <a:ea typeface="Aptos"/>
                <a:cs typeface="Aptos"/>
              </a:defRPr>
            </a:lvl7pPr>
            <a:lvl8pPr>
              <a:defRPr sz="750" b="1">
                <a:solidFill>
                  <a:srgbClr val="F64D61"/>
                </a:solidFill>
                <a:latin typeface="Aptos"/>
                <a:ea typeface="Aptos"/>
                <a:cs typeface="Aptos"/>
              </a:defRPr>
            </a:lvl8pPr>
            <a:lvl9pPr>
              <a:defRPr sz="750" b="1">
                <a:solidFill>
                  <a:srgbClr val="F64D61"/>
                </a:solidFill>
                <a:latin typeface="Aptos"/>
                <a:ea typeface="Aptos"/>
                <a:cs typeface="Aptos"/>
              </a:defRPr>
            </a:lvl9pPr>
          </a:lstStyle>
          <a:p xmlns:a="http://schemas.openxmlformats.org/drawingml/2006/main">
            <a:pPr>
              <a:defRPr sz="750" b="1">
                <a:solidFill>
                  <a:srgbClr val="F64D61"/>
                </a:solidFill>
                <a:latin typeface="Aptos"/>
                <a:ea typeface="Aptos"/>
                <a:cs typeface="Aptos"/>
              </a:defRPr>
            </a:pPr>
            <a:r>
              <a:rPr sz="750" b="1">
                <a:solidFill>
                  <a:srgbClr val="F64D61"/>
                </a:solidFill>
                <a:latin typeface="Aptos"/>
                <a:ea typeface="Aptos"/>
                <a:cs typeface="Aptos"/>
              </a:rPr>
              <a:t>REJECT</a:t>
            </a:r>
          </a:p>
        </p:txBody>
      </p:sp>
      <p:sp>
        <p:nvSpPr>
          <p:cNvPr id="11" name="">
            <a:extLst xmlns:a="http://schemas.openxmlformats.org/drawingml/2006/main">
              <a:ext uri="{FF2B5EF4-FFF2-40B4-BE49-F238E27FC236}">
                <a16:creationId xmlns:a16="http://schemas.microsoft.com/office/drawing/2014/main" id="{DD89ABBF-112A-4C0B-A164-BE168AC1E402}"/>
              </a:ext>
            </a:extLst>
          </p:cNvPr>
          <p:cNvSpPr>
            <a:spLocks xmlns:a="http://schemas.openxmlformats.org/drawingml/2006/main" noGrp="1"/>
          </p:cNvSpPr>
          <p:nvPr/>
        </p:nvSpPr>
        <p:spPr>
          <a:xfrm xmlns:a="http://schemas.openxmlformats.org/drawingml/2006/main">
            <a:off x="10287000" y="2476500"/>
            <a:ext cx="781050" cy="781050"/>
          </a:xfrm>
          <a:prstGeom xmlns:a="http://schemas.openxmlformats.org/drawingml/2006/main" prst="ellipse">
            <a:avLst/>
          </a:prstGeom>
          <a:solidFill xmlns:a="http://schemas.openxmlformats.org/drawingml/2006/main">
            <a:srgbClr val="122036"/>
          </a:solidFill>
          <a:ln xmlns:a="http://schemas.openxmlformats.org/drawingml/2006/main" w="19050">
            <a:solidFill>
              <a:srgbClr val="FFC857"/>
            </a:solidFill>
            <a:prstDash val="solid"/>
          </a:ln>
        </p:spPr>
      </p:sp>
      <p:sp>
        <p:nvSpPr>
          <p:cNvPr id="12" name="">
            <a:extLst xmlns:a="http://schemas.openxmlformats.org/drawingml/2006/main">
              <a:ext uri="{FF2B5EF4-FFF2-40B4-BE49-F238E27FC236}">
                <a16:creationId xmlns:a16="http://schemas.microsoft.com/office/drawing/2014/main" id="{1DA18B65-10CD-438A-93FC-8CD5CBF138C9}"/>
              </a:ext>
            </a:extLst>
          </p:cNvPr>
          <p:cNvSpPr>
            <a:spLocks xmlns:a="http://schemas.openxmlformats.org/drawingml/2006/main" noGrp="1"/>
          </p:cNvSpPr>
          <p:nvPr/>
        </p:nvSpPr>
        <p:spPr>
          <a:xfrm xmlns:a="http://schemas.openxmlformats.org/drawingml/2006/main">
            <a:off x="10344150" y="27527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667"/>
          </a:bodyPr>
          <a:lstStyle xmlns:a="http://schemas.openxmlformats.org/drawingml/2006/main">
            <a:defPPr>
              <a:defRPr sz="750" b="1">
                <a:solidFill>
                  <a:srgbClr val="FFC857"/>
                </a:solidFill>
                <a:latin typeface="Aptos"/>
                <a:ea typeface="Aptos"/>
                <a:cs typeface="Aptos"/>
              </a:defRPr>
            </a:defPPr>
            <a:lvl1pPr>
              <a:defRPr sz="750" b="1">
                <a:solidFill>
                  <a:srgbClr val="FFC857"/>
                </a:solidFill>
                <a:latin typeface="Aptos"/>
                <a:ea typeface="Aptos"/>
                <a:cs typeface="Aptos"/>
              </a:defRPr>
            </a:lvl1pPr>
            <a:lvl2pPr>
              <a:defRPr sz="750" b="1">
                <a:solidFill>
                  <a:srgbClr val="FFC857"/>
                </a:solidFill>
                <a:latin typeface="Aptos"/>
                <a:ea typeface="Aptos"/>
                <a:cs typeface="Aptos"/>
              </a:defRPr>
            </a:lvl2pPr>
            <a:lvl3pPr>
              <a:defRPr sz="750" b="1">
                <a:solidFill>
                  <a:srgbClr val="FFC857"/>
                </a:solidFill>
                <a:latin typeface="Aptos"/>
                <a:ea typeface="Aptos"/>
                <a:cs typeface="Aptos"/>
              </a:defRPr>
            </a:lvl3pPr>
            <a:lvl4pPr>
              <a:defRPr sz="750" b="1">
                <a:solidFill>
                  <a:srgbClr val="FFC857"/>
                </a:solidFill>
                <a:latin typeface="Aptos"/>
                <a:ea typeface="Aptos"/>
                <a:cs typeface="Aptos"/>
              </a:defRPr>
            </a:lvl4pPr>
            <a:lvl5pPr>
              <a:defRPr sz="750" b="1">
                <a:solidFill>
                  <a:srgbClr val="FFC857"/>
                </a:solidFill>
                <a:latin typeface="Aptos"/>
                <a:ea typeface="Aptos"/>
                <a:cs typeface="Aptos"/>
              </a:defRPr>
            </a:lvl5pPr>
            <a:lvl6pPr>
              <a:defRPr sz="750" b="1">
                <a:solidFill>
                  <a:srgbClr val="FFC857"/>
                </a:solidFill>
                <a:latin typeface="Aptos"/>
                <a:ea typeface="Aptos"/>
                <a:cs typeface="Aptos"/>
              </a:defRPr>
            </a:lvl6pPr>
            <a:lvl7pPr>
              <a:defRPr sz="750" b="1">
                <a:solidFill>
                  <a:srgbClr val="FFC857"/>
                </a:solidFill>
                <a:latin typeface="Aptos"/>
                <a:ea typeface="Aptos"/>
                <a:cs typeface="Aptos"/>
              </a:defRPr>
            </a:lvl7pPr>
            <a:lvl8pPr>
              <a:defRPr sz="750" b="1">
                <a:solidFill>
                  <a:srgbClr val="FFC857"/>
                </a:solidFill>
                <a:latin typeface="Aptos"/>
                <a:ea typeface="Aptos"/>
                <a:cs typeface="Aptos"/>
              </a:defRPr>
            </a:lvl8pPr>
            <a:lvl9pPr>
              <a:defRPr sz="750" b="1">
                <a:solidFill>
                  <a:srgbClr val="FFC857"/>
                </a:solidFill>
                <a:latin typeface="Aptos"/>
                <a:ea typeface="Aptos"/>
                <a:cs typeface="Aptos"/>
              </a:defRPr>
            </a:lvl9pPr>
          </a:lstStyle>
          <a:p xmlns:a="http://schemas.openxmlformats.org/drawingml/2006/main">
            <a:pPr>
              <a:defRPr sz="750" b="1">
                <a:solidFill>
                  <a:srgbClr val="FFC857"/>
                </a:solidFill>
                <a:latin typeface="Aptos"/>
                <a:ea typeface="Aptos"/>
                <a:cs typeface="Aptos"/>
              </a:defRPr>
            </a:pPr>
            <a:r>
              <a:rPr sz="750" b="1">
                <a:solidFill>
                  <a:srgbClr val="FFC857"/>
                </a:solidFill>
                <a:latin typeface="Aptos"/>
                <a:ea typeface="Aptos"/>
                <a:cs typeface="Aptos"/>
              </a:rPr>
              <a:t>RESERVED</a:t>
            </a:r>
          </a:p>
        </p:txBody>
      </p:sp>
      <p:sp>
        <p:nvSpPr>
          <p:cNvPr id="13" name="">
            <a:extLst xmlns:a="http://schemas.openxmlformats.org/drawingml/2006/main">
              <a:ext uri="{FF2B5EF4-FFF2-40B4-BE49-F238E27FC236}">
                <a16:creationId xmlns:a16="http://schemas.microsoft.com/office/drawing/2014/main" id="{3309AB1B-90BE-43BF-82E2-C9088843F625}"/>
              </a:ext>
            </a:extLst>
          </p:cNvPr>
          <p:cNvSpPr>
            <a:spLocks xmlns:a="http://schemas.openxmlformats.org/drawingml/2006/main" noGrp="1"/>
          </p:cNvSpPr>
          <p:nvPr/>
        </p:nvSpPr>
        <p:spPr>
          <a:xfrm xmlns:a="http://schemas.openxmlformats.org/drawingml/2006/main">
            <a:off x="7524750" y="4762500"/>
            <a:ext cx="781050" cy="781050"/>
          </a:xfrm>
          <a:prstGeom xmlns:a="http://schemas.openxmlformats.org/drawingml/2006/main" prst="ellipse">
            <a:avLst/>
          </a:prstGeom>
          <a:solidFill xmlns:a="http://schemas.openxmlformats.org/drawingml/2006/main">
            <a:srgbClr val="122036"/>
          </a:solidFill>
          <a:ln xmlns:a="http://schemas.openxmlformats.org/drawingml/2006/main" w="19050">
            <a:solidFill>
              <a:srgbClr val="45D98A"/>
            </a:solidFill>
            <a:prstDash val="solid"/>
          </a:ln>
        </p:spPr>
      </p:sp>
      <p:sp>
        <p:nvSpPr>
          <p:cNvPr id="14" name="">
            <a:extLst xmlns:a="http://schemas.openxmlformats.org/drawingml/2006/main">
              <a:ext uri="{FF2B5EF4-FFF2-40B4-BE49-F238E27FC236}">
                <a16:creationId xmlns:a16="http://schemas.microsoft.com/office/drawing/2014/main" id="{A4DC7819-6292-4071-B0EB-41EB26EA2DA3}"/>
              </a:ext>
            </a:extLst>
          </p:cNvPr>
          <p:cNvSpPr>
            <a:spLocks xmlns:a="http://schemas.openxmlformats.org/drawingml/2006/main" noGrp="1"/>
          </p:cNvSpPr>
          <p:nvPr/>
        </p:nvSpPr>
        <p:spPr>
          <a:xfrm xmlns:a="http://schemas.openxmlformats.org/drawingml/2006/main">
            <a:off x="7581900" y="50387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667"/>
          </a:bodyPr>
          <a:lstStyle xmlns:a="http://schemas.openxmlformats.org/drawingml/2006/main">
            <a:defPPr>
              <a:defRPr sz="750" b="1">
                <a:solidFill>
                  <a:srgbClr val="45D98A"/>
                </a:solidFill>
                <a:latin typeface="Aptos"/>
                <a:ea typeface="Aptos"/>
                <a:cs typeface="Aptos"/>
              </a:defRPr>
            </a:defPPr>
            <a:lvl1pPr>
              <a:defRPr sz="750" b="1">
                <a:solidFill>
                  <a:srgbClr val="45D98A"/>
                </a:solidFill>
                <a:latin typeface="Aptos"/>
                <a:ea typeface="Aptos"/>
                <a:cs typeface="Aptos"/>
              </a:defRPr>
            </a:lvl1pPr>
            <a:lvl2pPr>
              <a:defRPr sz="750" b="1">
                <a:solidFill>
                  <a:srgbClr val="45D98A"/>
                </a:solidFill>
                <a:latin typeface="Aptos"/>
                <a:ea typeface="Aptos"/>
                <a:cs typeface="Aptos"/>
              </a:defRPr>
            </a:lvl2pPr>
            <a:lvl3pPr>
              <a:defRPr sz="750" b="1">
                <a:solidFill>
                  <a:srgbClr val="45D98A"/>
                </a:solidFill>
                <a:latin typeface="Aptos"/>
                <a:ea typeface="Aptos"/>
                <a:cs typeface="Aptos"/>
              </a:defRPr>
            </a:lvl3pPr>
            <a:lvl4pPr>
              <a:defRPr sz="750" b="1">
                <a:solidFill>
                  <a:srgbClr val="45D98A"/>
                </a:solidFill>
                <a:latin typeface="Aptos"/>
                <a:ea typeface="Aptos"/>
                <a:cs typeface="Aptos"/>
              </a:defRPr>
            </a:lvl4pPr>
            <a:lvl5pPr>
              <a:defRPr sz="750" b="1">
                <a:solidFill>
                  <a:srgbClr val="45D98A"/>
                </a:solidFill>
                <a:latin typeface="Aptos"/>
                <a:ea typeface="Aptos"/>
                <a:cs typeface="Aptos"/>
              </a:defRPr>
            </a:lvl5pPr>
            <a:lvl6pPr>
              <a:defRPr sz="750" b="1">
                <a:solidFill>
                  <a:srgbClr val="45D98A"/>
                </a:solidFill>
                <a:latin typeface="Aptos"/>
                <a:ea typeface="Aptos"/>
                <a:cs typeface="Aptos"/>
              </a:defRPr>
            </a:lvl6pPr>
            <a:lvl7pPr>
              <a:defRPr sz="750" b="1">
                <a:solidFill>
                  <a:srgbClr val="45D98A"/>
                </a:solidFill>
                <a:latin typeface="Aptos"/>
                <a:ea typeface="Aptos"/>
                <a:cs typeface="Aptos"/>
              </a:defRPr>
            </a:lvl7pPr>
            <a:lvl8pPr>
              <a:defRPr sz="750" b="1">
                <a:solidFill>
                  <a:srgbClr val="45D98A"/>
                </a:solidFill>
                <a:latin typeface="Aptos"/>
                <a:ea typeface="Aptos"/>
                <a:cs typeface="Aptos"/>
              </a:defRPr>
            </a:lvl8pPr>
            <a:lvl9pPr>
              <a:defRPr sz="750" b="1">
                <a:solidFill>
                  <a:srgbClr val="45D98A"/>
                </a:solidFill>
                <a:latin typeface="Aptos"/>
                <a:ea typeface="Aptos"/>
                <a:cs typeface="Aptos"/>
              </a:defRPr>
            </a:lvl9pPr>
          </a:lstStyle>
          <a:p xmlns:a="http://schemas.openxmlformats.org/drawingml/2006/main">
            <a:pPr>
              <a:defRPr sz="750" b="1">
                <a:solidFill>
                  <a:srgbClr val="45D98A"/>
                </a:solidFill>
                <a:latin typeface="Aptos"/>
                <a:ea typeface="Aptos"/>
                <a:cs typeface="Aptos"/>
              </a:defRPr>
            </a:pPr>
            <a:r>
              <a:rPr sz="750" b="1">
                <a:solidFill>
                  <a:srgbClr val="45D98A"/>
                </a:solidFill>
                <a:latin typeface="Aptos"/>
                <a:ea typeface="Aptos"/>
                <a:cs typeface="Aptos"/>
              </a:rPr>
              <a:t>VALID</a:t>
            </a:r>
          </a:p>
        </p:txBody>
      </p:sp>
      <p:sp>
        <p:nvSpPr>
          <p:cNvPr id="15" name="">
            <a:extLst xmlns:a="http://schemas.openxmlformats.org/drawingml/2006/main">
              <a:ext uri="{FF2B5EF4-FFF2-40B4-BE49-F238E27FC236}">
                <a16:creationId xmlns:a16="http://schemas.microsoft.com/office/drawing/2014/main" id="{B0CF2B01-BD4A-454A-B896-C4CE74CA252C}"/>
              </a:ext>
            </a:extLst>
          </p:cNvPr>
          <p:cNvSpPr>
            <a:spLocks xmlns:a="http://schemas.openxmlformats.org/drawingml/2006/main" noGrp="1"/>
          </p:cNvSpPr>
          <p:nvPr/>
        </p:nvSpPr>
        <p:spPr>
          <a:xfrm xmlns:a="http://schemas.openxmlformats.org/drawingml/2006/main">
            <a:off x="10382250" y="4572000"/>
            <a:ext cx="781050" cy="781050"/>
          </a:xfrm>
          <a:prstGeom xmlns:a="http://schemas.openxmlformats.org/drawingml/2006/main" prst="ellipse">
            <a:avLst/>
          </a:prstGeom>
          <a:solidFill xmlns:a="http://schemas.openxmlformats.org/drawingml/2006/main">
            <a:srgbClr val="122036"/>
          </a:solidFill>
          <a:ln xmlns:a="http://schemas.openxmlformats.org/drawingml/2006/main" w="19050">
            <a:solidFill>
              <a:srgbClr val="45D98A"/>
            </a:solidFill>
            <a:prstDash val="solid"/>
          </a:ln>
        </p:spPr>
      </p:sp>
      <p:sp>
        <p:nvSpPr>
          <p:cNvPr id="16" name="">
            <a:extLst xmlns:a="http://schemas.openxmlformats.org/drawingml/2006/main">
              <a:ext uri="{FF2B5EF4-FFF2-40B4-BE49-F238E27FC236}">
                <a16:creationId xmlns:a16="http://schemas.microsoft.com/office/drawing/2014/main" id="{2195843C-208E-47D6-92E4-4DCA0CC6B374}"/>
              </a:ext>
            </a:extLst>
          </p:cNvPr>
          <p:cNvSpPr>
            <a:spLocks xmlns:a="http://schemas.openxmlformats.org/drawingml/2006/main" noGrp="1"/>
          </p:cNvSpPr>
          <p:nvPr/>
        </p:nvSpPr>
        <p:spPr>
          <a:xfrm xmlns:a="http://schemas.openxmlformats.org/drawingml/2006/main">
            <a:off x="10439400" y="48482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667"/>
          </a:bodyPr>
          <a:lstStyle xmlns:a="http://schemas.openxmlformats.org/drawingml/2006/main">
            <a:defPPr>
              <a:defRPr sz="750" b="1">
                <a:solidFill>
                  <a:srgbClr val="45D98A"/>
                </a:solidFill>
                <a:latin typeface="Aptos"/>
                <a:ea typeface="Aptos"/>
                <a:cs typeface="Aptos"/>
              </a:defRPr>
            </a:defPPr>
            <a:lvl1pPr>
              <a:defRPr sz="750" b="1">
                <a:solidFill>
                  <a:srgbClr val="45D98A"/>
                </a:solidFill>
                <a:latin typeface="Aptos"/>
                <a:ea typeface="Aptos"/>
                <a:cs typeface="Aptos"/>
              </a:defRPr>
            </a:lvl1pPr>
            <a:lvl2pPr>
              <a:defRPr sz="750" b="1">
                <a:solidFill>
                  <a:srgbClr val="45D98A"/>
                </a:solidFill>
                <a:latin typeface="Aptos"/>
                <a:ea typeface="Aptos"/>
                <a:cs typeface="Aptos"/>
              </a:defRPr>
            </a:lvl2pPr>
            <a:lvl3pPr>
              <a:defRPr sz="750" b="1">
                <a:solidFill>
                  <a:srgbClr val="45D98A"/>
                </a:solidFill>
                <a:latin typeface="Aptos"/>
                <a:ea typeface="Aptos"/>
                <a:cs typeface="Aptos"/>
              </a:defRPr>
            </a:lvl3pPr>
            <a:lvl4pPr>
              <a:defRPr sz="750" b="1">
                <a:solidFill>
                  <a:srgbClr val="45D98A"/>
                </a:solidFill>
                <a:latin typeface="Aptos"/>
                <a:ea typeface="Aptos"/>
                <a:cs typeface="Aptos"/>
              </a:defRPr>
            </a:lvl4pPr>
            <a:lvl5pPr>
              <a:defRPr sz="750" b="1">
                <a:solidFill>
                  <a:srgbClr val="45D98A"/>
                </a:solidFill>
                <a:latin typeface="Aptos"/>
                <a:ea typeface="Aptos"/>
                <a:cs typeface="Aptos"/>
              </a:defRPr>
            </a:lvl5pPr>
            <a:lvl6pPr>
              <a:defRPr sz="750" b="1">
                <a:solidFill>
                  <a:srgbClr val="45D98A"/>
                </a:solidFill>
                <a:latin typeface="Aptos"/>
                <a:ea typeface="Aptos"/>
                <a:cs typeface="Aptos"/>
              </a:defRPr>
            </a:lvl6pPr>
            <a:lvl7pPr>
              <a:defRPr sz="750" b="1">
                <a:solidFill>
                  <a:srgbClr val="45D98A"/>
                </a:solidFill>
                <a:latin typeface="Aptos"/>
                <a:ea typeface="Aptos"/>
                <a:cs typeface="Aptos"/>
              </a:defRPr>
            </a:lvl7pPr>
            <a:lvl8pPr>
              <a:defRPr sz="750" b="1">
                <a:solidFill>
                  <a:srgbClr val="45D98A"/>
                </a:solidFill>
                <a:latin typeface="Aptos"/>
                <a:ea typeface="Aptos"/>
                <a:cs typeface="Aptos"/>
              </a:defRPr>
            </a:lvl8pPr>
            <a:lvl9pPr>
              <a:defRPr sz="750" b="1">
                <a:solidFill>
                  <a:srgbClr val="45D98A"/>
                </a:solidFill>
                <a:latin typeface="Aptos"/>
                <a:ea typeface="Aptos"/>
                <a:cs typeface="Aptos"/>
              </a:defRPr>
            </a:lvl9pPr>
          </a:lstStyle>
          <a:p xmlns:a="http://schemas.openxmlformats.org/drawingml/2006/main">
            <a:pPr>
              <a:defRPr sz="750" b="1">
                <a:solidFill>
                  <a:srgbClr val="45D98A"/>
                </a:solidFill>
                <a:latin typeface="Aptos"/>
                <a:ea typeface="Aptos"/>
                <a:cs typeface="Aptos"/>
              </a:defRPr>
            </a:pPr>
            <a:r>
              <a:rPr sz="750" b="1">
                <a:solidFill>
                  <a:srgbClr val="45D98A"/>
                </a:solidFill>
                <a:latin typeface="Aptos"/>
                <a:ea typeface="Aptos"/>
                <a:cs typeface="Aptos"/>
              </a:rPr>
              <a:t>VALID</a:t>
            </a:r>
          </a:p>
        </p:txBody>
      </p:sp>
      <p:sp>
        <p:nvSpPr>
          <p:cNvPr id="17" name="">
            <a:extLst xmlns:a="http://schemas.openxmlformats.org/drawingml/2006/main">
              <a:ext uri="{FF2B5EF4-FFF2-40B4-BE49-F238E27FC236}">
                <a16:creationId xmlns:a16="http://schemas.microsoft.com/office/drawing/2014/main" id="{65D7B6D7-2453-4D70-93C5-A064F29007AF}"/>
              </a:ext>
            </a:extLst>
          </p:cNvPr>
          <p:cNvSpPr>
            <a:spLocks xmlns:a="http://schemas.openxmlformats.org/drawingml/2006/main" noGrp="1"/>
          </p:cNvSpPr>
          <p:nvPr/>
        </p:nvSpPr>
        <p:spPr>
          <a:xfrm xmlns:a="http://schemas.openxmlformats.org/drawingml/2006/main">
            <a:off x="723900" y="2571750"/>
            <a:ext cx="4953000" cy="876300"/>
          </a:xfrm>
          <a:prstGeom xmlns:a="http://schemas.openxmlformats.org/drawingml/2006/main" prst="roundRect">
            <a:avLst>
              <a:gd name="adj" fmla="val 13043"/>
            </a:avLst>
          </a:prstGeom>
          <a:solidFill xmlns:a="http://schemas.openxmlformats.org/drawingml/2006/main">
            <a:srgbClr val="17263D"/>
          </a:solidFill>
          <a:ln xmlns:a="http://schemas.openxmlformats.org/drawingml/2006/main" w="19050">
            <a:solidFill>
              <a:srgbClr val="F64D61"/>
            </a:solidFill>
            <a:prstDash val="solid"/>
          </a:ln>
        </p:spPr>
      </p:sp>
      <p:sp>
        <p:nvSpPr>
          <p:cNvPr id="18" name="">
            <a:extLst xmlns:a="http://schemas.openxmlformats.org/drawingml/2006/main">
              <a:ext uri="{FF2B5EF4-FFF2-40B4-BE49-F238E27FC236}">
                <a16:creationId xmlns:a16="http://schemas.microsoft.com/office/drawing/2014/main" id="{78881EF1-8D57-41FB-AEBB-D3EF239526D4}"/>
              </a:ext>
            </a:extLst>
          </p:cNvPr>
          <p:cNvSpPr>
            <a:spLocks xmlns:a="http://schemas.openxmlformats.org/drawingml/2006/main" noGrp="1"/>
          </p:cNvSpPr>
          <p:nvPr/>
        </p:nvSpPr>
        <p:spPr>
          <a:xfrm xmlns:a="http://schemas.openxmlformats.org/drawingml/2006/main">
            <a:off x="723900" y="2571750"/>
            <a:ext cx="95250" cy="8763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00A1B2C-E230-4620-927F-6EFB628BA396}"/>
              </a:ext>
            </a:extLst>
          </p:cNvPr>
          <p:cNvSpPr>
            <a:spLocks xmlns:a="http://schemas.openxmlformats.org/drawingml/2006/main" noGrp="1"/>
          </p:cNvSpPr>
          <p:nvPr/>
        </p:nvSpPr>
        <p:spPr>
          <a:xfrm xmlns:a="http://schemas.openxmlformats.org/drawingml/2006/main">
            <a:off x="990600" y="2724150"/>
            <a:ext cx="451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1  FILTER</a:t>
            </a:r>
          </a:p>
        </p:txBody>
      </p:sp>
      <p:sp>
        <p:nvSpPr>
          <p:cNvPr id="20" name="">
            <a:extLst xmlns:a="http://schemas.openxmlformats.org/drawingml/2006/main">
              <a:ext uri="{FF2B5EF4-FFF2-40B4-BE49-F238E27FC236}">
                <a16:creationId xmlns:a16="http://schemas.microsoft.com/office/drawing/2014/main" id="{997E4F21-8AE3-47D6-9A0A-4C886B67C8A9}"/>
              </a:ext>
            </a:extLst>
          </p:cNvPr>
          <p:cNvSpPr>
            <a:spLocks xmlns:a="http://schemas.openxmlformats.org/drawingml/2006/main" noGrp="1"/>
          </p:cNvSpPr>
          <p:nvPr/>
        </p:nvSpPr>
        <p:spPr>
          <a:xfrm xmlns:a="http://schemas.openxmlformats.org/drawingml/2006/main">
            <a:off x="990600" y="3057525"/>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Occupied, repeated, outside arena</a:t>
            </a:r>
          </a:p>
        </p:txBody>
      </p:sp>
      <p:sp>
        <p:nvSpPr>
          <p:cNvPr id="21" name="">
            <a:extLst xmlns:a="http://schemas.openxmlformats.org/drawingml/2006/main">
              <a:ext uri="{FF2B5EF4-FFF2-40B4-BE49-F238E27FC236}">
                <a16:creationId xmlns:a16="http://schemas.microsoft.com/office/drawing/2014/main" id="{E6887C47-4DC0-4001-A337-6822AC077168}"/>
              </a:ext>
            </a:extLst>
          </p:cNvPr>
          <p:cNvSpPr>
            <a:spLocks xmlns:a="http://schemas.openxmlformats.org/drawingml/2006/main" noGrp="1"/>
          </p:cNvSpPr>
          <p:nvPr/>
        </p:nvSpPr>
        <p:spPr>
          <a:xfrm xmlns:a="http://schemas.openxmlformats.org/drawingml/2006/main">
            <a:off x="723900" y="3762375"/>
            <a:ext cx="4953000" cy="876300"/>
          </a:xfrm>
          <a:prstGeom xmlns:a="http://schemas.openxmlformats.org/drawingml/2006/main" prst="roundRect">
            <a:avLst>
              <a:gd name="adj" fmla="val 13043"/>
            </a:avLst>
          </a:prstGeom>
          <a:solidFill xmlns:a="http://schemas.openxmlformats.org/drawingml/2006/main">
            <a:srgbClr val="17263D"/>
          </a:solidFill>
          <a:ln xmlns:a="http://schemas.openxmlformats.org/drawingml/2006/main" w="19050">
            <a:solidFill>
              <a:srgbClr val="FFC857"/>
            </a:solidFill>
            <a:prstDash val="solid"/>
          </a:ln>
        </p:spPr>
      </p:sp>
      <p:sp>
        <p:nvSpPr>
          <p:cNvPr id="22" name="">
            <a:extLst xmlns:a="http://schemas.openxmlformats.org/drawingml/2006/main">
              <a:ext uri="{FF2B5EF4-FFF2-40B4-BE49-F238E27FC236}">
                <a16:creationId xmlns:a16="http://schemas.microsoft.com/office/drawing/2014/main" id="{E51DD28A-7CDC-417A-A43F-2AC0BCACBCE4}"/>
              </a:ext>
            </a:extLst>
          </p:cNvPr>
          <p:cNvSpPr>
            <a:spLocks xmlns:a="http://schemas.openxmlformats.org/drawingml/2006/main" noGrp="1"/>
          </p:cNvSpPr>
          <p:nvPr/>
        </p:nvSpPr>
        <p:spPr>
          <a:xfrm xmlns:a="http://schemas.openxmlformats.org/drawingml/2006/main">
            <a:off x="723900" y="3762375"/>
            <a:ext cx="95250" cy="8763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29707E1-FF9F-4573-A216-2AE8062D85A6}"/>
              </a:ext>
            </a:extLst>
          </p:cNvPr>
          <p:cNvSpPr>
            <a:spLocks xmlns:a="http://schemas.openxmlformats.org/drawingml/2006/main" noGrp="1"/>
          </p:cNvSpPr>
          <p:nvPr/>
        </p:nvSpPr>
        <p:spPr>
          <a:xfrm xmlns:a="http://schemas.openxmlformats.org/drawingml/2006/main">
            <a:off x="990600" y="3914775"/>
            <a:ext cx="451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2  SCORE</a:t>
            </a:r>
          </a:p>
        </p:txBody>
      </p:sp>
      <p:sp>
        <p:nvSpPr>
          <p:cNvPr id="24" name="">
            <a:extLst xmlns:a="http://schemas.openxmlformats.org/drawingml/2006/main">
              <a:ext uri="{FF2B5EF4-FFF2-40B4-BE49-F238E27FC236}">
                <a16:creationId xmlns:a16="http://schemas.microsoft.com/office/drawing/2014/main" id="{48A777DA-0E47-4DE9-BED0-9255325664AD}"/>
              </a:ext>
            </a:extLst>
          </p:cNvPr>
          <p:cNvSpPr>
            <a:spLocks xmlns:a="http://schemas.openxmlformats.org/drawingml/2006/main" noGrp="1"/>
          </p:cNvSpPr>
          <p:nvPr/>
        </p:nvSpPr>
        <p:spPr>
          <a:xfrm xmlns:a="http://schemas.openxmlformats.org/drawingml/2006/main">
            <a:off x="990600" y="4248150"/>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Random value + danger near player</a:t>
            </a:r>
          </a:p>
        </p:txBody>
      </p:sp>
      <p:sp>
        <p:nvSpPr>
          <p:cNvPr id="25" name="">
            <a:extLst xmlns:a="http://schemas.openxmlformats.org/drawingml/2006/main">
              <a:ext uri="{FF2B5EF4-FFF2-40B4-BE49-F238E27FC236}">
                <a16:creationId xmlns:a16="http://schemas.microsoft.com/office/drawing/2014/main" id="{6695E5E3-2A4A-4799-BF2C-23C2CDB25C18}"/>
              </a:ext>
            </a:extLst>
          </p:cNvPr>
          <p:cNvSpPr>
            <a:spLocks xmlns:a="http://schemas.openxmlformats.org/drawingml/2006/main" noGrp="1"/>
          </p:cNvSpPr>
          <p:nvPr/>
        </p:nvSpPr>
        <p:spPr>
          <a:xfrm xmlns:a="http://schemas.openxmlformats.org/drawingml/2006/main">
            <a:off x="723900" y="4953000"/>
            <a:ext cx="4953000" cy="876300"/>
          </a:xfrm>
          <a:prstGeom xmlns:a="http://schemas.openxmlformats.org/drawingml/2006/main" prst="roundRect">
            <a:avLst>
              <a:gd name="adj" fmla="val 13043"/>
            </a:avLst>
          </a:prstGeom>
          <a:solidFill xmlns:a="http://schemas.openxmlformats.org/drawingml/2006/main">
            <a:srgbClr val="17263D"/>
          </a:solidFill>
          <a:ln xmlns:a="http://schemas.openxmlformats.org/drawingml/2006/main" w="19050">
            <a:solidFill>
              <a:srgbClr val="45D98A"/>
            </a:solidFill>
            <a:prstDash val="solid"/>
          </a:ln>
        </p:spPr>
      </p:sp>
      <p:sp>
        <p:nvSpPr>
          <p:cNvPr id="26" name="">
            <a:extLst xmlns:a="http://schemas.openxmlformats.org/drawingml/2006/main">
              <a:ext uri="{FF2B5EF4-FFF2-40B4-BE49-F238E27FC236}">
                <a16:creationId xmlns:a16="http://schemas.microsoft.com/office/drawing/2014/main" id="{1E29C3A0-EEDA-4678-84D4-FDB5AFE5C20F}"/>
              </a:ext>
            </a:extLst>
          </p:cNvPr>
          <p:cNvSpPr>
            <a:spLocks xmlns:a="http://schemas.openxmlformats.org/drawingml/2006/main" noGrp="1"/>
          </p:cNvSpPr>
          <p:nvPr/>
        </p:nvSpPr>
        <p:spPr>
          <a:xfrm xmlns:a="http://schemas.openxmlformats.org/drawingml/2006/main">
            <a:off x="723900" y="4953000"/>
            <a:ext cx="95250" cy="8763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DAB5E8D-4C8B-4010-804F-BAEB3C98DFF3}"/>
              </a:ext>
            </a:extLst>
          </p:cNvPr>
          <p:cNvSpPr>
            <a:spLocks xmlns:a="http://schemas.openxmlformats.org/drawingml/2006/main" noGrp="1"/>
          </p:cNvSpPr>
          <p:nvPr/>
        </p:nvSpPr>
        <p:spPr>
          <a:xfrm xmlns:a="http://schemas.openxmlformats.org/drawingml/2006/main">
            <a:off x="990600" y="5105400"/>
            <a:ext cx="451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3  RESERVE</a:t>
            </a:r>
          </a:p>
        </p:txBody>
      </p:sp>
      <p:sp>
        <p:nvSpPr>
          <p:cNvPr id="28" name="">
            <a:extLst xmlns:a="http://schemas.openxmlformats.org/drawingml/2006/main">
              <a:ext uri="{FF2B5EF4-FFF2-40B4-BE49-F238E27FC236}">
                <a16:creationId xmlns:a16="http://schemas.microsoft.com/office/drawing/2014/main" id="{2FE82FCC-A269-4E8F-BD6F-7F6E8A7644D9}"/>
              </a:ext>
            </a:extLst>
          </p:cNvPr>
          <p:cNvSpPr>
            <a:spLocks xmlns:a="http://schemas.openxmlformats.org/drawingml/2006/main" noGrp="1"/>
          </p:cNvSpPr>
          <p:nvPr/>
        </p:nvSpPr>
        <p:spPr>
          <a:xfrm xmlns:a="http://schemas.openxmlformats.org/drawingml/2006/main">
            <a:off x="990600" y="5438775"/>
            <a:ext cx="451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Charge, revalidate, then move</a:t>
            </a:r>
          </a:p>
        </p:txBody>
      </p:sp>
      <p:sp>
        <p:nvSpPr>
          <p:cNvPr id="29" name="">
            <a:extLst xmlns:a="http://schemas.openxmlformats.org/drawingml/2006/main">
              <a:ext uri="{FF2B5EF4-FFF2-40B4-BE49-F238E27FC236}">
                <a16:creationId xmlns:a16="http://schemas.microsoft.com/office/drawing/2014/main" id="{9C1B0643-64C9-4C8D-A1F4-C26F7AAD2286}"/>
              </a:ext>
            </a:extLst>
          </p:cNvPr>
          <p:cNvSpPr>
            <a:spLocks xmlns:a="http://schemas.openxmlformats.org/drawingml/2006/main" noGrp="1"/>
          </p:cNvSpPr>
          <p:nvPr/>
        </p:nvSpPr>
        <p:spPr>
          <a:xfrm xmlns:a="http://schemas.openxmlformats.org/drawingml/2006/main">
            <a:off x="6858000" y="57150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defPPr>
              <a:defRPr sz="1350" b="1">
                <a:solidFill>
                  <a:srgbClr val="F6F8FC"/>
                </a:solidFill>
                <a:latin typeface="Aptos"/>
                <a:ea typeface="Aptos"/>
                <a:cs typeface="Aptos"/>
              </a:defRPr>
            </a:defPPr>
            <a:lvl1pPr>
              <a:defRPr sz="1350" b="1">
                <a:solidFill>
                  <a:srgbClr val="F6F8FC"/>
                </a:solidFill>
                <a:latin typeface="Aptos"/>
                <a:ea typeface="Aptos"/>
                <a:cs typeface="Aptos"/>
              </a:defRPr>
            </a:lvl1pPr>
            <a:lvl2pPr>
              <a:defRPr sz="1350" b="1">
                <a:solidFill>
                  <a:srgbClr val="F6F8FC"/>
                </a:solidFill>
                <a:latin typeface="Aptos"/>
                <a:ea typeface="Aptos"/>
                <a:cs typeface="Aptos"/>
              </a:defRPr>
            </a:lvl2pPr>
            <a:lvl3pPr>
              <a:defRPr sz="1350" b="1">
                <a:solidFill>
                  <a:srgbClr val="F6F8FC"/>
                </a:solidFill>
                <a:latin typeface="Aptos"/>
                <a:ea typeface="Aptos"/>
                <a:cs typeface="Aptos"/>
              </a:defRPr>
            </a:lvl3pPr>
            <a:lvl4pPr>
              <a:defRPr sz="1350" b="1">
                <a:solidFill>
                  <a:srgbClr val="F6F8FC"/>
                </a:solidFill>
                <a:latin typeface="Aptos"/>
                <a:ea typeface="Aptos"/>
                <a:cs typeface="Aptos"/>
              </a:defRPr>
            </a:lvl4pPr>
            <a:lvl5pPr>
              <a:defRPr sz="1350" b="1">
                <a:solidFill>
                  <a:srgbClr val="F6F8FC"/>
                </a:solidFill>
                <a:latin typeface="Aptos"/>
                <a:ea typeface="Aptos"/>
                <a:cs typeface="Aptos"/>
              </a:defRPr>
            </a:lvl5pPr>
            <a:lvl6pPr>
              <a:defRPr sz="1350" b="1">
                <a:solidFill>
                  <a:srgbClr val="F6F8FC"/>
                </a:solidFill>
                <a:latin typeface="Aptos"/>
                <a:ea typeface="Aptos"/>
                <a:cs typeface="Aptos"/>
              </a:defRPr>
            </a:lvl6pPr>
            <a:lvl7pPr>
              <a:defRPr sz="1350" b="1">
                <a:solidFill>
                  <a:srgbClr val="F6F8FC"/>
                </a:solidFill>
                <a:latin typeface="Aptos"/>
                <a:ea typeface="Aptos"/>
                <a:cs typeface="Aptos"/>
              </a:defRPr>
            </a:lvl7pPr>
            <a:lvl8pPr>
              <a:defRPr sz="1350" b="1">
                <a:solidFill>
                  <a:srgbClr val="F6F8FC"/>
                </a:solidFill>
                <a:latin typeface="Aptos"/>
                <a:ea typeface="Aptos"/>
                <a:cs typeface="Aptos"/>
              </a:defRPr>
            </a:lvl8pPr>
            <a:lvl9pPr>
              <a:defRPr sz="1350" b="1">
                <a:solidFill>
                  <a:srgbClr val="F6F8FC"/>
                </a:solidFill>
                <a:latin typeface="Aptos"/>
                <a:ea typeface="Aptos"/>
                <a:cs typeface="Aptos"/>
              </a:defRPr>
            </a:lvl9pPr>
          </a:lstStyle>
          <a:p xmlns:a="http://schemas.openxmlformats.org/drawingml/2006/main">
            <a:pPr>
              <a:defRPr sz="1350" b="1">
                <a:solidFill>
                  <a:srgbClr val="F6F8FC"/>
                </a:solidFill>
                <a:latin typeface="Aptos"/>
                <a:ea typeface="Aptos"/>
                <a:cs typeface="Aptos"/>
              </a:defRPr>
            </a:pPr>
            <a:r>
              <a:rPr sz="1350" b="1">
                <a:solidFill>
                  <a:srgbClr val="F6F8FC"/>
                </a:solidFill>
                <a:latin typeface="Aptos"/>
                <a:ea typeface="Aptos"/>
                <a:cs typeface="Aptos"/>
              </a:rPr>
              <a:t>AoE trigger: same level + horizontal range</a:t>
            </a:r>
          </a:p>
        </p:txBody>
      </p:sp>
      <p:sp>
        <p:nvSpPr>
          <p:cNvPr id="30" name="">
            <a:extLst xmlns:a="http://schemas.openxmlformats.org/drawingml/2006/main">
              <a:ext uri="{FF2B5EF4-FFF2-40B4-BE49-F238E27FC236}">
                <a16:creationId xmlns:a16="http://schemas.microsoft.com/office/drawing/2014/main" id="{DB1BC3B7-3744-4F1A-A98A-59EF243009DB}"/>
              </a:ext>
            </a:extLst>
          </p:cNvPr>
          <p:cNvSpPr>
            <a:spLocks xmlns:a="http://schemas.openxmlformats.org/drawingml/2006/main" noGrp="1"/>
          </p:cNvSpPr>
          <p:nvPr/>
        </p:nvSpPr>
        <p:spPr>
          <a:xfrm xmlns:a="http://schemas.openxmlformats.org/drawingml/2006/main">
            <a:off x="6858000" y="59817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Damage still requires the actual X/Z AoE radius</a:t>
            </a:r>
          </a:p>
        </p:txBody>
      </p:sp>
    </p:spTree>
    <p:extLst>
      <p:ext uri="{BB962C8B-B14F-4D97-AF65-F5344CB8AC3E}">
        <p14:creationId xmlns:p14="http://schemas.microsoft.com/office/powerpoint/2010/main" val="1767961337"/>
      </p:ext>
    </p:extLst>
  </p:cSld>
</p:sld>
</file>

<file path=ppt/slides/slide8.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0621545-A614-4B35-8DA2-F3E6FBBFF4A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670CE2-A2A2-46A8-BA96-FA43BB3346FB}"/>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STEERING BEHAVIOR</a:t>
            </a:r>
          </a:p>
        </p:txBody>
      </p:sp>
      <p:sp>
        <p:nvSpPr>
          <p:cNvPr id="3" name="">
            <a:extLst xmlns:a="http://schemas.openxmlformats.org/drawingml/2006/main">
              <a:ext uri="{FF2B5EF4-FFF2-40B4-BE49-F238E27FC236}">
                <a16:creationId xmlns:a16="http://schemas.microsoft.com/office/drawing/2014/main" id="{1E99DB1A-77D0-4E0A-AAEC-5CF5F1B25C1D}"/>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Flying enemy</a:t>
            </a:r>
          </a:p>
        </p:txBody>
      </p:sp>
      <p:sp>
        <p:nvSpPr>
          <p:cNvPr id="4" name="">
            <a:extLst xmlns:a="http://schemas.openxmlformats.org/drawingml/2006/main">
              <a:ext uri="{FF2B5EF4-FFF2-40B4-BE49-F238E27FC236}">
                <a16:creationId xmlns:a16="http://schemas.microsoft.com/office/drawing/2014/main" id="{221F5A53-0A01-46FB-B129-5C1333791AB6}"/>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F8C0C9E-0CF7-4F7E-A2E3-30C7C85E25D5}"/>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B7758139-2AD1-41D7-A6F8-3FFDB0CDA5C3}"/>
              </a:ext>
            </a:extLst>
          </p:cNvPr>
          <p:cNvSpPr>
            <a:spLocks xmlns:a="http://schemas.openxmlformats.org/drawingml/2006/main" noGrp="1"/>
          </p:cNvSpPr>
          <p:nvPr/>
        </p:nvSpPr>
        <p:spPr>
          <a:xfrm xmlns:a="http://schemas.openxmlformats.org/drawingml/2006/main">
            <a:off x="704850" y="165735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851"/>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Weighted steering creates the desired velocity</a:t>
            </a:r>
          </a:p>
        </p:txBody>
      </p:sp>
      <p:sp>
        <p:nvSpPr>
          <p:cNvPr id="7" name="">
            <a:extLst xmlns:a="http://schemas.openxmlformats.org/drawingml/2006/main">
              <a:ext uri="{FF2B5EF4-FFF2-40B4-BE49-F238E27FC236}">
                <a16:creationId xmlns:a16="http://schemas.microsoft.com/office/drawing/2014/main" id="{3A813CDC-B266-4047-8409-3E76E58C10DD}"/>
              </a:ext>
            </a:extLst>
          </p:cNvPr>
          <p:cNvSpPr>
            <a:spLocks xmlns:a="http://schemas.openxmlformats.org/drawingml/2006/main" noGrp="1"/>
          </p:cNvSpPr>
          <p:nvPr/>
        </p:nvSpPr>
        <p:spPr>
          <a:xfrm xmlns:a="http://schemas.openxmlformats.org/drawingml/2006/main">
            <a:off x="723900" y="2571750"/>
            <a:ext cx="27622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BA8FF"/>
            </a:solidFill>
            <a:prstDash val="solid"/>
          </a:ln>
        </p:spPr>
      </p:sp>
      <p:sp>
        <p:nvSpPr>
          <p:cNvPr id="8" name="">
            <a:extLst xmlns:a="http://schemas.openxmlformats.org/drawingml/2006/main">
              <a:ext uri="{FF2B5EF4-FFF2-40B4-BE49-F238E27FC236}">
                <a16:creationId xmlns:a16="http://schemas.microsoft.com/office/drawing/2014/main" id="{72A5DE9C-ACBB-40F9-9889-45E8A512CE94}"/>
              </a:ext>
            </a:extLst>
          </p:cNvPr>
          <p:cNvSpPr>
            <a:spLocks xmlns:a="http://schemas.openxmlformats.org/drawingml/2006/main" noGrp="1"/>
          </p:cNvSpPr>
          <p:nvPr/>
        </p:nvSpPr>
        <p:spPr>
          <a:xfrm xmlns:a="http://schemas.openxmlformats.org/drawingml/2006/main">
            <a:off x="723900" y="2571750"/>
            <a:ext cx="95250" cy="95250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553432E-F62C-49B5-A803-51698B698869}"/>
              </a:ext>
            </a:extLst>
          </p:cNvPr>
          <p:cNvSpPr>
            <a:spLocks xmlns:a="http://schemas.openxmlformats.org/drawingml/2006/main" noGrp="1"/>
          </p:cNvSpPr>
          <p:nvPr/>
        </p:nvSpPr>
        <p:spPr>
          <a:xfrm xmlns:a="http://schemas.openxmlformats.org/drawingml/2006/main">
            <a:off x="990600" y="27241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PURSUIT</a:t>
            </a:r>
          </a:p>
        </p:txBody>
      </p:sp>
      <p:sp>
        <p:nvSpPr>
          <p:cNvPr id="10" name="">
            <a:extLst xmlns:a="http://schemas.openxmlformats.org/drawingml/2006/main">
              <a:ext uri="{FF2B5EF4-FFF2-40B4-BE49-F238E27FC236}">
                <a16:creationId xmlns:a16="http://schemas.microsoft.com/office/drawing/2014/main" id="{4F4EE69C-5C05-456C-B5FD-88E0C91AE6AF}"/>
              </a:ext>
            </a:extLst>
          </p:cNvPr>
          <p:cNvSpPr>
            <a:spLocks xmlns:a="http://schemas.openxmlformats.org/drawingml/2006/main" noGrp="1"/>
          </p:cNvSpPr>
          <p:nvPr/>
        </p:nvSpPr>
        <p:spPr>
          <a:xfrm xmlns:a="http://schemas.openxmlformats.org/drawingml/2006/main">
            <a:off x="990600" y="3057525"/>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Direction to player</a:t>
            </a:r>
          </a:p>
        </p:txBody>
      </p:sp>
      <p:sp>
        <p:nvSpPr>
          <p:cNvPr id="11" name="">
            <a:extLst xmlns:a="http://schemas.openxmlformats.org/drawingml/2006/main">
              <a:ext uri="{FF2B5EF4-FFF2-40B4-BE49-F238E27FC236}">
                <a16:creationId xmlns:a16="http://schemas.microsoft.com/office/drawing/2014/main" id="{F6D9F9B5-F94D-4B14-9336-CBEB2C1695B0}"/>
              </a:ext>
            </a:extLst>
          </p:cNvPr>
          <p:cNvSpPr>
            <a:spLocks xmlns:a="http://schemas.openxmlformats.org/drawingml/2006/main" noGrp="1"/>
          </p:cNvSpPr>
          <p:nvPr/>
        </p:nvSpPr>
        <p:spPr>
          <a:xfrm xmlns:a="http://schemas.openxmlformats.org/drawingml/2006/main">
            <a:off x="723900" y="3857625"/>
            <a:ext cx="27622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5D98A"/>
            </a:solidFill>
            <a:prstDash val="solid"/>
          </a:ln>
        </p:spPr>
      </p:sp>
      <p:sp>
        <p:nvSpPr>
          <p:cNvPr id="12" name="">
            <a:extLst xmlns:a="http://schemas.openxmlformats.org/drawingml/2006/main">
              <a:ext uri="{FF2B5EF4-FFF2-40B4-BE49-F238E27FC236}">
                <a16:creationId xmlns:a16="http://schemas.microsoft.com/office/drawing/2014/main" id="{2381B809-DFDF-4D36-86F3-9CA2ECE3ECDC}"/>
              </a:ext>
            </a:extLst>
          </p:cNvPr>
          <p:cNvSpPr>
            <a:spLocks xmlns:a="http://schemas.openxmlformats.org/drawingml/2006/main" noGrp="1"/>
          </p:cNvSpPr>
          <p:nvPr/>
        </p:nvSpPr>
        <p:spPr>
          <a:xfrm xmlns:a="http://schemas.openxmlformats.org/drawingml/2006/main">
            <a:off x="723900" y="3857625"/>
            <a:ext cx="95250" cy="9525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2005BB1-29FE-4EAF-A697-2B67C64E5887}"/>
              </a:ext>
            </a:extLst>
          </p:cNvPr>
          <p:cNvSpPr>
            <a:spLocks xmlns:a="http://schemas.openxmlformats.org/drawingml/2006/main" noGrp="1"/>
          </p:cNvSpPr>
          <p:nvPr/>
        </p:nvSpPr>
        <p:spPr>
          <a:xfrm xmlns:a="http://schemas.openxmlformats.org/drawingml/2006/main">
            <a:off x="990600" y="4010025"/>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SEPARATION</a:t>
            </a:r>
          </a:p>
        </p:txBody>
      </p:sp>
      <p:sp>
        <p:nvSpPr>
          <p:cNvPr id="14" name="">
            <a:extLst xmlns:a="http://schemas.openxmlformats.org/drawingml/2006/main">
              <a:ext uri="{FF2B5EF4-FFF2-40B4-BE49-F238E27FC236}">
                <a16:creationId xmlns:a16="http://schemas.microsoft.com/office/drawing/2014/main" id="{5E08CF7B-882C-4A02-B3DD-425F109BC5E3}"/>
              </a:ext>
            </a:extLst>
          </p:cNvPr>
          <p:cNvSpPr>
            <a:spLocks xmlns:a="http://schemas.openxmlformats.org/drawingml/2006/main" noGrp="1"/>
          </p:cNvSpPr>
          <p:nvPr/>
        </p:nvSpPr>
        <p:spPr>
          <a:xfrm xmlns:a="http://schemas.openxmlformats.org/drawingml/2006/main">
            <a:off x="990600" y="434340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Avoid nearby enemies</a:t>
            </a:r>
          </a:p>
        </p:txBody>
      </p:sp>
      <p:sp>
        <p:nvSpPr>
          <p:cNvPr id="15" name="">
            <a:extLst xmlns:a="http://schemas.openxmlformats.org/drawingml/2006/main">
              <a:ext uri="{FF2B5EF4-FFF2-40B4-BE49-F238E27FC236}">
                <a16:creationId xmlns:a16="http://schemas.microsoft.com/office/drawing/2014/main" id="{278EE7E3-C05D-42CF-88A9-974CB4B78F7A}"/>
              </a:ext>
            </a:extLst>
          </p:cNvPr>
          <p:cNvSpPr>
            <a:spLocks xmlns:a="http://schemas.openxmlformats.org/drawingml/2006/main" noGrp="1"/>
          </p:cNvSpPr>
          <p:nvPr/>
        </p:nvSpPr>
        <p:spPr>
          <a:xfrm xmlns:a="http://schemas.openxmlformats.org/drawingml/2006/main">
            <a:off x="723900" y="5143500"/>
            <a:ext cx="27622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F64D61"/>
            </a:solidFill>
            <a:prstDash val="solid"/>
          </a:ln>
        </p:spPr>
      </p:sp>
      <p:sp>
        <p:nvSpPr>
          <p:cNvPr id="16" name="">
            <a:extLst xmlns:a="http://schemas.openxmlformats.org/drawingml/2006/main">
              <a:ext uri="{FF2B5EF4-FFF2-40B4-BE49-F238E27FC236}">
                <a16:creationId xmlns:a16="http://schemas.microsoft.com/office/drawing/2014/main" id="{AA2B2E77-8AC2-4469-BEF7-F2336E82A41A}"/>
              </a:ext>
            </a:extLst>
          </p:cNvPr>
          <p:cNvSpPr>
            <a:spLocks xmlns:a="http://schemas.openxmlformats.org/drawingml/2006/main" noGrp="1"/>
          </p:cNvSpPr>
          <p:nvPr/>
        </p:nvSpPr>
        <p:spPr>
          <a:xfrm xmlns:a="http://schemas.openxmlformats.org/drawingml/2006/main">
            <a:off x="723900" y="5143500"/>
            <a:ext cx="95250" cy="9525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CDBF7A2-264F-48DA-9DA7-BF711E15276A}"/>
              </a:ext>
            </a:extLst>
          </p:cNvPr>
          <p:cNvSpPr>
            <a:spLocks xmlns:a="http://schemas.openxmlformats.org/drawingml/2006/main" noGrp="1"/>
          </p:cNvSpPr>
          <p:nvPr/>
        </p:nvSpPr>
        <p:spPr>
          <a:xfrm xmlns:a="http://schemas.openxmlformats.org/drawingml/2006/main">
            <a:off x="990600" y="52959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6F8FC"/>
                </a:solidFill>
                <a:latin typeface="Aptos"/>
                <a:ea typeface="Aptos"/>
                <a:cs typeface="Aptos"/>
              </a:defRPr>
            </a:defPPr>
            <a:lvl1pPr>
              <a:defRPr sz="1500" b="1">
                <a:solidFill>
                  <a:srgbClr val="F6F8FC"/>
                </a:solidFill>
                <a:latin typeface="Aptos"/>
                <a:ea typeface="Aptos"/>
                <a:cs typeface="Aptos"/>
              </a:defRPr>
            </a:lvl1pPr>
            <a:lvl2pPr>
              <a:defRPr sz="1500" b="1">
                <a:solidFill>
                  <a:srgbClr val="F6F8FC"/>
                </a:solidFill>
                <a:latin typeface="Aptos"/>
                <a:ea typeface="Aptos"/>
                <a:cs typeface="Aptos"/>
              </a:defRPr>
            </a:lvl2pPr>
            <a:lvl3pPr>
              <a:defRPr sz="1500" b="1">
                <a:solidFill>
                  <a:srgbClr val="F6F8FC"/>
                </a:solidFill>
                <a:latin typeface="Aptos"/>
                <a:ea typeface="Aptos"/>
                <a:cs typeface="Aptos"/>
              </a:defRPr>
            </a:lvl3pPr>
            <a:lvl4pPr>
              <a:defRPr sz="1500" b="1">
                <a:solidFill>
                  <a:srgbClr val="F6F8FC"/>
                </a:solidFill>
                <a:latin typeface="Aptos"/>
                <a:ea typeface="Aptos"/>
                <a:cs typeface="Aptos"/>
              </a:defRPr>
            </a:lvl4pPr>
            <a:lvl5pPr>
              <a:defRPr sz="1500" b="1">
                <a:solidFill>
                  <a:srgbClr val="F6F8FC"/>
                </a:solidFill>
                <a:latin typeface="Aptos"/>
                <a:ea typeface="Aptos"/>
                <a:cs typeface="Aptos"/>
              </a:defRPr>
            </a:lvl5pPr>
            <a:lvl6pPr>
              <a:defRPr sz="1500" b="1">
                <a:solidFill>
                  <a:srgbClr val="F6F8FC"/>
                </a:solidFill>
                <a:latin typeface="Aptos"/>
                <a:ea typeface="Aptos"/>
                <a:cs typeface="Aptos"/>
              </a:defRPr>
            </a:lvl6pPr>
            <a:lvl7pPr>
              <a:defRPr sz="1500" b="1">
                <a:solidFill>
                  <a:srgbClr val="F6F8FC"/>
                </a:solidFill>
                <a:latin typeface="Aptos"/>
                <a:ea typeface="Aptos"/>
                <a:cs typeface="Aptos"/>
              </a:defRPr>
            </a:lvl7pPr>
            <a:lvl8pPr>
              <a:defRPr sz="1500" b="1">
                <a:solidFill>
                  <a:srgbClr val="F6F8FC"/>
                </a:solidFill>
                <a:latin typeface="Aptos"/>
                <a:ea typeface="Aptos"/>
                <a:cs typeface="Aptos"/>
              </a:defRPr>
            </a:lvl8pPr>
            <a:lvl9pPr>
              <a:defRPr sz="1500" b="1">
                <a:solidFill>
                  <a:srgbClr val="F6F8FC"/>
                </a:solidFill>
                <a:latin typeface="Aptos"/>
                <a:ea typeface="Aptos"/>
                <a:cs typeface="Aptos"/>
              </a:defRPr>
            </a:lvl9pPr>
          </a:lstStyle>
          <a:p xmlns:a="http://schemas.openxmlformats.org/drawingml/2006/main">
            <a:pPr>
              <a:defRPr sz="1500" b="1">
                <a:solidFill>
                  <a:srgbClr val="F6F8FC"/>
                </a:solidFill>
                <a:latin typeface="Aptos"/>
                <a:ea typeface="Aptos"/>
                <a:cs typeface="Aptos"/>
              </a:defRPr>
            </a:pPr>
            <a:r>
              <a:rPr sz="1500" b="1">
                <a:solidFill>
                  <a:srgbClr val="F6F8FC"/>
                </a:solidFill>
                <a:latin typeface="Aptos"/>
                <a:ea typeface="Aptos"/>
                <a:cs typeface="Aptos"/>
              </a:rPr>
              <a:t>AVOIDANCE</a:t>
            </a:r>
          </a:p>
        </p:txBody>
      </p:sp>
      <p:sp>
        <p:nvSpPr>
          <p:cNvPr id="18" name="">
            <a:extLst xmlns:a="http://schemas.openxmlformats.org/drawingml/2006/main">
              <a:ext uri="{FF2B5EF4-FFF2-40B4-BE49-F238E27FC236}">
                <a16:creationId xmlns:a16="http://schemas.microsoft.com/office/drawing/2014/main" id="{01644EFA-68C5-49FD-885A-104B4AC31E60}"/>
              </a:ext>
            </a:extLst>
          </p:cNvPr>
          <p:cNvSpPr>
            <a:spLocks xmlns:a="http://schemas.openxmlformats.org/drawingml/2006/main" noGrp="1"/>
          </p:cNvSpPr>
          <p:nvPr/>
        </p:nvSpPr>
        <p:spPr>
          <a:xfrm xmlns:a="http://schemas.openxmlformats.org/drawingml/2006/main">
            <a:off x="990600" y="5629275"/>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Probe clear directions</a:t>
            </a:r>
          </a:p>
        </p:txBody>
      </p:sp>
      <p:sp>
        <p:nvSpPr>
          <p:cNvPr id="19" name="">
            <a:extLst xmlns:a="http://schemas.openxmlformats.org/drawingml/2006/main">
              <a:ext uri="{FF2B5EF4-FFF2-40B4-BE49-F238E27FC236}">
                <a16:creationId xmlns:a16="http://schemas.microsoft.com/office/drawing/2014/main" id="{AEA1630C-BAB0-4E99-A9E2-A552C2E22A1E}"/>
              </a:ext>
            </a:extLst>
          </p:cNvPr>
          <p:cNvSpPr>
            <a:spLocks xmlns:a="http://schemas.openxmlformats.org/drawingml/2006/main" noGrp="1"/>
          </p:cNvSpPr>
          <p:nvPr/>
        </p:nvSpPr>
        <p:spPr>
          <a:xfrm xmlns:a="http://schemas.openxmlformats.org/drawingml/2006/main">
            <a:off x="3486150" y="3038475"/>
            <a:ext cx="1238250" cy="28575"/>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BB8F24D-CEDB-4111-ACA7-E7300591339F}"/>
              </a:ext>
            </a:extLst>
          </p:cNvPr>
          <p:cNvSpPr>
            <a:spLocks xmlns:a="http://schemas.openxmlformats.org/drawingml/2006/main" noGrp="1"/>
          </p:cNvSpPr>
          <p:nvPr/>
        </p:nvSpPr>
        <p:spPr>
          <a:xfrm xmlns:a="http://schemas.openxmlformats.org/drawingml/2006/main">
            <a:off x="3486150" y="4324350"/>
            <a:ext cx="1238250" cy="28575"/>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EB872BE-4A20-4DC6-A0D8-19B8F79BD568}"/>
              </a:ext>
            </a:extLst>
          </p:cNvPr>
          <p:cNvSpPr>
            <a:spLocks xmlns:a="http://schemas.openxmlformats.org/drawingml/2006/main" noGrp="1"/>
          </p:cNvSpPr>
          <p:nvPr/>
        </p:nvSpPr>
        <p:spPr>
          <a:xfrm xmlns:a="http://schemas.openxmlformats.org/drawingml/2006/main">
            <a:off x="3486150" y="5610225"/>
            <a:ext cx="1238250" cy="28575"/>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27A1FDA-4781-4759-B5FD-6CD9A3B2896D}"/>
              </a:ext>
            </a:extLst>
          </p:cNvPr>
          <p:cNvSpPr>
            <a:spLocks xmlns:a="http://schemas.openxmlformats.org/drawingml/2006/main" noGrp="1"/>
          </p:cNvSpPr>
          <p:nvPr/>
        </p:nvSpPr>
        <p:spPr>
          <a:xfrm xmlns:a="http://schemas.openxmlformats.org/drawingml/2006/main">
            <a:off x="4953000" y="3333750"/>
            <a:ext cx="1809750" cy="1809750"/>
          </a:xfrm>
          <a:prstGeom xmlns:a="http://schemas.openxmlformats.org/drawingml/2006/main" prst="ellipse">
            <a:avLst/>
          </a:prstGeom>
          <a:solidFill xmlns:a="http://schemas.openxmlformats.org/drawingml/2006/main">
            <a:srgbClr val="17263D"/>
          </a:solidFill>
          <a:ln xmlns:a="http://schemas.openxmlformats.org/drawingml/2006/main" w="28575">
            <a:solidFill>
              <a:srgbClr val="FFC857"/>
            </a:solidFill>
            <a:prstDash val="solid"/>
          </a:ln>
        </p:spPr>
      </p:sp>
      <p:sp>
        <p:nvSpPr>
          <p:cNvPr id="23" name="">
            <a:extLst xmlns:a="http://schemas.openxmlformats.org/drawingml/2006/main">
              <a:ext uri="{FF2B5EF4-FFF2-40B4-BE49-F238E27FC236}">
                <a16:creationId xmlns:a16="http://schemas.microsoft.com/office/drawing/2014/main" id="{FBD6B087-6BEE-4200-8492-4F4E400E6340}"/>
              </a:ext>
            </a:extLst>
          </p:cNvPr>
          <p:cNvSpPr>
            <a:spLocks xmlns:a="http://schemas.openxmlformats.org/drawingml/2006/main" noGrp="1"/>
          </p:cNvSpPr>
          <p:nvPr/>
        </p:nvSpPr>
        <p:spPr>
          <a:xfrm xmlns:a="http://schemas.openxmlformats.org/drawingml/2006/main">
            <a:off x="5238750" y="3886200"/>
            <a:ext cx="123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650" b="1">
                <a:solidFill>
                  <a:srgbClr val="FFC857"/>
                </a:solidFill>
                <a:latin typeface="Aptos"/>
                <a:ea typeface="Aptos"/>
                <a:cs typeface="Aptos"/>
              </a:defRPr>
            </a:defPPr>
            <a:lvl1pPr>
              <a:defRPr sz="1650" b="1">
                <a:solidFill>
                  <a:srgbClr val="FFC857"/>
                </a:solidFill>
                <a:latin typeface="Aptos"/>
                <a:ea typeface="Aptos"/>
                <a:cs typeface="Aptos"/>
              </a:defRPr>
            </a:lvl1pPr>
            <a:lvl2pPr>
              <a:defRPr sz="1650" b="1">
                <a:solidFill>
                  <a:srgbClr val="FFC857"/>
                </a:solidFill>
                <a:latin typeface="Aptos"/>
                <a:ea typeface="Aptos"/>
                <a:cs typeface="Aptos"/>
              </a:defRPr>
            </a:lvl2pPr>
            <a:lvl3pPr>
              <a:defRPr sz="1650" b="1">
                <a:solidFill>
                  <a:srgbClr val="FFC857"/>
                </a:solidFill>
                <a:latin typeface="Aptos"/>
                <a:ea typeface="Aptos"/>
                <a:cs typeface="Aptos"/>
              </a:defRPr>
            </a:lvl3pPr>
            <a:lvl4pPr>
              <a:defRPr sz="1650" b="1">
                <a:solidFill>
                  <a:srgbClr val="FFC857"/>
                </a:solidFill>
                <a:latin typeface="Aptos"/>
                <a:ea typeface="Aptos"/>
                <a:cs typeface="Aptos"/>
              </a:defRPr>
            </a:lvl4pPr>
            <a:lvl5pPr>
              <a:defRPr sz="1650" b="1">
                <a:solidFill>
                  <a:srgbClr val="FFC857"/>
                </a:solidFill>
                <a:latin typeface="Aptos"/>
                <a:ea typeface="Aptos"/>
                <a:cs typeface="Aptos"/>
              </a:defRPr>
            </a:lvl5pPr>
            <a:lvl6pPr>
              <a:defRPr sz="1650" b="1">
                <a:solidFill>
                  <a:srgbClr val="FFC857"/>
                </a:solidFill>
                <a:latin typeface="Aptos"/>
                <a:ea typeface="Aptos"/>
                <a:cs typeface="Aptos"/>
              </a:defRPr>
            </a:lvl6pPr>
            <a:lvl7pPr>
              <a:defRPr sz="1650" b="1">
                <a:solidFill>
                  <a:srgbClr val="FFC857"/>
                </a:solidFill>
                <a:latin typeface="Aptos"/>
                <a:ea typeface="Aptos"/>
                <a:cs typeface="Aptos"/>
              </a:defRPr>
            </a:lvl7pPr>
            <a:lvl8pPr>
              <a:defRPr sz="1650" b="1">
                <a:solidFill>
                  <a:srgbClr val="FFC857"/>
                </a:solidFill>
                <a:latin typeface="Aptos"/>
                <a:ea typeface="Aptos"/>
                <a:cs typeface="Aptos"/>
              </a:defRPr>
            </a:lvl8pPr>
            <a:lvl9pPr>
              <a:defRPr sz="1650" b="1">
                <a:solidFill>
                  <a:srgbClr val="FFC857"/>
                </a:solidFill>
                <a:latin typeface="Aptos"/>
                <a:ea typeface="Aptos"/>
                <a:cs typeface="Aptos"/>
              </a:defRPr>
            </a:lvl9pPr>
          </a:lstStyle>
          <a:p xmlns:a="http://schemas.openxmlformats.org/drawingml/2006/main">
            <a:pPr>
              <a:defRPr sz="1650" b="1">
                <a:solidFill>
                  <a:srgbClr val="FFC857"/>
                </a:solidFill>
                <a:latin typeface="Aptos"/>
                <a:ea typeface="Aptos"/>
                <a:cs typeface="Aptos"/>
              </a:defRPr>
            </a:pPr>
            <a:r>
              <a:rPr sz="1650" b="1">
                <a:solidFill>
                  <a:srgbClr val="FFC857"/>
                </a:solidFill>
                <a:latin typeface="Aptos"/>
                <a:ea typeface="Aptos"/>
                <a:cs typeface="Aptos"/>
              </a:rPr>
              <a:t>DESIRED</a:t>
            </a:r>
          </a:p>
          <a:p xmlns:a="http://schemas.openxmlformats.org/drawingml/2006/main">
            <a:pPr>
              <a:defRPr sz="1650" b="1">
                <a:solidFill>
                  <a:srgbClr val="FFC857"/>
                </a:solidFill>
                <a:latin typeface="Aptos"/>
                <a:ea typeface="Aptos"/>
                <a:cs typeface="Aptos"/>
              </a:defRPr>
            </a:pPr>
            <a:r>
              <a:rPr sz="1650" b="1">
                <a:solidFill>
                  <a:srgbClr val="FFC857"/>
                </a:solidFill>
                <a:latin typeface="Aptos"/>
                <a:ea typeface="Aptos"/>
                <a:cs typeface="Aptos"/>
              </a:rPr>
              <a:t>VELOCITY</a:t>
            </a:r>
          </a:p>
        </p:txBody>
      </p:sp>
      <p:sp>
        <p:nvSpPr>
          <p:cNvPr id="24" name="">
            <a:extLst xmlns:a="http://schemas.openxmlformats.org/drawingml/2006/main">
              <a:ext uri="{FF2B5EF4-FFF2-40B4-BE49-F238E27FC236}">
                <a16:creationId xmlns:a16="http://schemas.microsoft.com/office/drawing/2014/main" id="{6081C630-C561-4CD8-9F4B-62F561214408}"/>
              </a:ext>
            </a:extLst>
          </p:cNvPr>
          <p:cNvSpPr>
            <a:spLocks xmlns:a="http://schemas.openxmlformats.org/drawingml/2006/main" noGrp="1"/>
          </p:cNvSpPr>
          <p:nvPr/>
        </p:nvSpPr>
        <p:spPr>
          <a:xfrm xmlns:a="http://schemas.openxmlformats.org/drawingml/2006/main">
            <a:off x="6762750" y="4229100"/>
            <a:ext cx="952500" cy="381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2A1D6F5-AFC9-432B-9169-38ED719C469B}"/>
              </a:ext>
            </a:extLst>
          </p:cNvPr>
          <p:cNvSpPr>
            <a:spLocks xmlns:a="http://schemas.openxmlformats.org/drawingml/2006/main" noGrp="1"/>
          </p:cNvSpPr>
          <p:nvPr/>
        </p:nvSpPr>
        <p:spPr>
          <a:xfrm xmlns:a="http://schemas.openxmlformats.org/drawingml/2006/main">
            <a:off x="7905750" y="3619500"/>
            <a:ext cx="3333750" cy="1257300"/>
          </a:xfrm>
          <a:prstGeom xmlns:a="http://schemas.openxmlformats.org/drawingml/2006/main" prst="roundRect">
            <a:avLst>
              <a:gd name="adj" fmla="val 9091"/>
            </a:avLst>
          </a:prstGeom>
          <a:solidFill xmlns:a="http://schemas.openxmlformats.org/drawingml/2006/main">
            <a:srgbClr val="17263D"/>
          </a:solidFill>
          <a:ln xmlns:a="http://schemas.openxmlformats.org/drawingml/2006/main" w="19050">
            <a:solidFill>
              <a:srgbClr val="FFC857"/>
            </a:solidFill>
            <a:prstDash val="solid"/>
          </a:ln>
        </p:spPr>
      </p:sp>
      <p:sp>
        <p:nvSpPr>
          <p:cNvPr id="26" name="">
            <a:extLst xmlns:a="http://schemas.openxmlformats.org/drawingml/2006/main">
              <a:ext uri="{FF2B5EF4-FFF2-40B4-BE49-F238E27FC236}">
                <a16:creationId xmlns:a16="http://schemas.microsoft.com/office/drawing/2014/main" id="{045F12BF-57BE-4241-BEF3-C67F93DCF51F}"/>
              </a:ext>
            </a:extLst>
          </p:cNvPr>
          <p:cNvSpPr>
            <a:spLocks xmlns:a="http://schemas.openxmlformats.org/drawingml/2006/main" noGrp="1"/>
          </p:cNvSpPr>
          <p:nvPr/>
        </p:nvSpPr>
        <p:spPr>
          <a:xfrm xmlns:a="http://schemas.openxmlformats.org/drawingml/2006/main">
            <a:off x="7905750" y="3619500"/>
            <a:ext cx="95250" cy="12573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53EDDA6-EB22-401A-BEF7-470D45BF691D}"/>
              </a:ext>
            </a:extLst>
          </p:cNvPr>
          <p:cNvSpPr>
            <a:spLocks xmlns:a="http://schemas.openxmlformats.org/drawingml/2006/main" noGrp="1"/>
          </p:cNvSpPr>
          <p:nvPr/>
        </p:nvSpPr>
        <p:spPr>
          <a:xfrm xmlns:a="http://schemas.openxmlformats.org/drawingml/2006/main">
            <a:off x="8172450" y="377190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825"/>
          </a:bodyPr>
          <a:lstStyle xmlns:a="http://schemas.openxmlformats.org/drawingml/2006/main">
            <a:defPPr>
              <a:defRPr sz="1575" b="1">
                <a:solidFill>
                  <a:srgbClr val="F6F8FC"/>
                </a:solidFill>
                <a:latin typeface="Aptos"/>
                <a:ea typeface="Aptos"/>
                <a:cs typeface="Aptos"/>
              </a:defRPr>
            </a:defPPr>
            <a:lvl1pPr>
              <a:defRPr sz="1575" b="1">
                <a:solidFill>
                  <a:srgbClr val="F6F8FC"/>
                </a:solidFill>
                <a:latin typeface="Aptos"/>
                <a:ea typeface="Aptos"/>
                <a:cs typeface="Aptos"/>
              </a:defRPr>
            </a:lvl1pPr>
            <a:lvl2pPr>
              <a:defRPr sz="1575" b="1">
                <a:solidFill>
                  <a:srgbClr val="F6F8FC"/>
                </a:solidFill>
                <a:latin typeface="Aptos"/>
                <a:ea typeface="Aptos"/>
                <a:cs typeface="Aptos"/>
              </a:defRPr>
            </a:lvl2pPr>
            <a:lvl3pPr>
              <a:defRPr sz="1575" b="1">
                <a:solidFill>
                  <a:srgbClr val="F6F8FC"/>
                </a:solidFill>
                <a:latin typeface="Aptos"/>
                <a:ea typeface="Aptos"/>
                <a:cs typeface="Aptos"/>
              </a:defRPr>
            </a:lvl3pPr>
            <a:lvl4pPr>
              <a:defRPr sz="1575" b="1">
                <a:solidFill>
                  <a:srgbClr val="F6F8FC"/>
                </a:solidFill>
                <a:latin typeface="Aptos"/>
                <a:ea typeface="Aptos"/>
                <a:cs typeface="Aptos"/>
              </a:defRPr>
            </a:lvl4pPr>
            <a:lvl5pPr>
              <a:defRPr sz="1575" b="1">
                <a:solidFill>
                  <a:srgbClr val="F6F8FC"/>
                </a:solidFill>
                <a:latin typeface="Aptos"/>
                <a:ea typeface="Aptos"/>
                <a:cs typeface="Aptos"/>
              </a:defRPr>
            </a:lvl5pPr>
            <a:lvl6pPr>
              <a:defRPr sz="1575" b="1">
                <a:solidFill>
                  <a:srgbClr val="F6F8FC"/>
                </a:solidFill>
                <a:latin typeface="Aptos"/>
                <a:ea typeface="Aptos"/>
                <a:cs typeface="Aptos"/>
              </a:defRPr>
            </a:lvl6pPr>
            <a:lvl7pPr>
              <a:defRPr sz="1575" b="1">
                <a:solidFill>
                  <a:srgbClr val="F6F8FC"/>
                </a:solidFill>
                <a:latin typeface="Aptos"/>
                <a:ea typeface="Aptos"/>
                <a:cs typeface="Aptos"/>
              </a:defRPr>
            </a:lvl7pPr>
            <a:lvl8pPr>
              <a:defRPr sz="1575" b="1">
                <a:solidFill>
                  <a:srgbClr val="F6F8FC"/>
                </a:solidFill>
                <a:latin typeface="Aptos"/>
                <a:ea typeface="Aptos"/>
                <a:cs typeface="Aptos"/>
              </a:defRPr>
            </a:lvl8pPr>
            <a:lvl9pPr>
              <a:defRPr sz="1575" b="1">
                <a:solidFill>
                  <a:srgbClr val="F6F8FC"/>
                </a:solidFill>
                <a:latin typeface="Aptos"/>
                <a:ea typeface="Aptos"/>
                <a:cs typeface="Aptos"/>
              </a:defRPr>
            </a:lvl9pPr>
          </a:lstStyle>
          <a:p xmlns:a="http://schemas.openxmlformats.org/drawingml/2006/main">
            <a:pPr>
              <a:defRPr sz="1575" b="1">
                <a:solidFill>
                  <a:srgbClr val="F6F8FC"/>
                </a:solidFill>
                <a:latin typeface="Aptos"/>
                <a:ea typeface="Aptos"/>
                <a:cs typeface="Aptos"/>
              </a:defRPr>
            </a:pPr>
            <a:r>
              <a:rPr sz="1575" b="1">
                <a:solidFill>
                  <a:srgbClr val="F6F8FC"/>
                </a:solidFill>
                <a:latin typeface="Aptos"/>
                <a:ea typeface="Aptos"/>
                <a:cs typeface="Aptos"/>
              </a:rPr>
              <a:t>SAFE MOVEMENT</a:t>
            </a:r>
          </a:p>
        </p:txBody>
      </p:sp>
      <p:sp>
        <p:nvSpPr>
          <p:cNvPr id="28" name="">
            <a:extLst xmlns:a="http://schemas.openxmlformats.org/drawingml/2006/main">
              <a:ext uri="{FF2B5EF4-FFF2-40B4-BE49-F238E27FC236}">
                <a16:creationId xmlns:a16="http://schemas.microsoft.com/office/drawing/2014/main" id="{FB964D76-830B-429F-B6C3-DA6EB9721855}"/>
              </a:ext>
            </a:extLst>
          </p:cNvPr>
          <p:cNvSpPr>
            <a:spLocks xmlns:a="http://schemas.openxmlformats.org/drawingml/2006/main" noGrp="1"/>
          </p:cNvSpPr>
          <p:nvPr/>
        </p:nvSpPr>
        <p:spPr>
          <a:xfrm xmlns:a="http://schemas.openxmlformats.org/drawingml/2006/main">
            <a:off x="8172450" y="4105275"/>
            <a:ext cx="2895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Acceleration, sweep, slide, camera clamp</a:t>
            </a:r>
          </a:p>
        </p:txBody>
      </p:sp>
      <p:sp>
        <p:nvSpPr>
          <p:cNvPr id="29" name="">
            <a:extLst xmlns:a="http://schemas.openxmlformats.org/drawingml/2006/main">
              <a:ext uri="{FF2B5EF4-FFF2-40B4-BE49-F238E27FC236}">
                <a16:creationId xmlns:a16="http://schemas.microsoft.com/office/drawing/2014/main" id="{DEFD9A08-4E39-49AF-BA6E-281A33E6E06A}"/>
              </a:ext>
            </a:extLst>
          </p:cNvPr>
          <p:cNvSpPr>
            <a:spLocks xmlns:a="http://schemas.openxmlformats.org/drawingml/2006/main" noGrp="1"/>
          </p:cNvSpPr>
          <p:nvPr/>
        </p:nvSpPr>
        <p:spPr>
          <a:xfrm xmlns:a="http://schemas.openxmlformats.org/drawingml/2006/main">
            <a:off x="5857875" y="5553075"/>
            <a:ext cx="561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Progress profiles can change speed, acceleration and steering weights</a:t>
            </a:r>
          </a:p>
        </p:txBody>
      </p:sp>
    </p:spTree>
    <p:extLst>
      <p:ext uri="{BB962C8B-B14F-4D97-AF65-F5344CB8AC3E}">
        <p14:creationId xmlns:p14="http://schemas.microsoft.com/office/powerpoint/2010/main" val="406612836"/>
      </p:ext>
    </p:extLst>
  </p:cSld>
</p:sld>
</file>

<file path=ppt/slides/slide9.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1F4D8E6-C73E-45D2-B234-A3FF09014DD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D95F020-3746-46B4-9A2E-AC1EB1911840}"/>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GAMEPLAY INTEGRATION</a:t>
            </a:r>
          </a:p>
        </p:txBody>
      </p:sp>
      <p:sp>
        <p:nvSpPr>
          <p:cNvPr id="3" name="">
            <a:extLst xmlns:a="http://schemas.openxmlformats.org/drawingml/2006/main">
              <a:ext uri="{FF2B5EF4-FFF2-40B4-BE49-F238E27FC236}">
                <a16:creationId xmlns:a16="http://schemas.microsoft.com/office/drawing/2014/main" id="{348DAC95-21A0-4A2C-BEC4-F252462C36E3}"/>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Combat and enemy lifecycle</a:t>
            </a:r>
          </a:p>
        </p:txBody>
      </p:sp>
      <p:sp>
        <p:nvSpPr>
          <p:cNvPr id="4" name="">
            <a:extLst xmlns:a="http://schemas.openxmlformats.org/drawingml/2006/main">
              <a:ext uri="{FF2B5EF4-FFF2-40B4-BE49-F238E27FC236}">
                <a16:creationId xmlns:a16="http://schemas.microsoft.com/office/drawing/2014/main" id="{77D2C613-8CDB-4F1C-8E1B-F57F72E97089}"/>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661B526-3570-429F-A9ED-BDA2006FFADE}"/>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6797D1A6-013D-47BF-922B-3CB4B2F2F79E}"/>
              </a:ext>
            </a:extLst>
          </p:cNvPr>
          <p:cNvSpPr>
            <a:spLocks xmlns:a="http://schemas.openxmlformats.org/drawingml/2006/main" noGrp="1"/>
          </p:cNvSpPr>
          <p:nvPr/>
        </p:nvSpPr>
        <p:spPr>
          <a:xfrm xmlns:a="http://schemas.openxmlformats.org/drawingml/2006/main">
            <a:off x="704850" y="16573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851"/>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Events connect AI, color rules and respawning</a:t>
            </a:r>
          </a:p>
        </p:txBody>
      </p:sp>
      <p:sp>
        <p:nvSpPr>
          <p:cNvPr id="7" name="">
            <a:extLst xmlns:a="http://schemas.openxmlformats.org/drawingml/2006/main">
              <a:ext uri="{FF2B5EF4-FFF2-40B4-BE49-F238E27FC236}">
                <a16:creationId xmlns:a16="http://schemas.microsoft.com/office/drawing/2014/main" id="{44CEC165-B9E7-4951-961C-CE68887C76A3}"/>
              </a:ext>
            </a:extLst>
          </p:cNvPr>
          <p:cNvSpPr>
            <a:spLocks xmlns:a="http://schemas.openxmlformats.org/drawingml/2006/main" noGrp="1"/>
          </p:cNvSpPr>
          <p:nvPr/>
        </p:nvSpPr>
        <p:spPr>
          <a:xfrm xmlns:a="http://schemas.openxmlformats.org/drawingml/2006/main">
            <a:off x="619125" y="2905125"/>
            <a:ext cx="18097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BA8FF"/>
            </a:solidFill>
            <a:prstDash val="solid"/>
          </a:ln>
        </p:spPr>
      </p:sp>
      <p:sp>
        <p:nvSpPr>
          <p:cNvPr id="8" name="">
            <a:extLst xmlns:a="http://schemas.openxmlformats.org/drawingml/2006/main">
              <a:ext uri="{FF2B5EF4-FFF2-40B4-BE49-F238E27FC236}">
                <a16:creationId xmlns:a16="http://schemas.microsoft.com/office/drawing/2014/main" id="{2441F070-E923-4BFE-95AA-D81408CD2B78}"/>
              </a:ext>
            </a:extLst>
          </p:cNvPr>
          <p:cNvSpPr>
            <a:spLocks xmlns:a="http://schemas.openxmlformats.org/drawingml/2006/main" noGrp="1"/>
          </p:cNvSpPr>
          <p:nvPr/>
        </p:nvSpPr>
        <p:spPr>
          <a:xfrm xmlns:a="http://schemas.openxmlformats.org/drawingml/2006/main">
            <a:off x="762000" y="3209925"/>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1">
                <a:solidFill>
                  <a:srgbClr val="4BA8FF"/>
                </a:solidFill>
                <a:latin typeface="Aptos"/>
                <a:ea typeface="Aptos"/>
                <a:cs typeface="Aptos"/>
              </a:defRPr>
            </a:defPPr>
            <a:lvl1pPr>
              <a:defRPr sz="1200" b="1">
                <a:solidFill>
                  <a:srgbClr val="4BA8FF"/>
                </a:solidFill>
                <a:latin typeface="Aptos"/>
                <a:ea typeface="Aptos"/>
                <a:cs typeface="Aptos"/>
              </a:defRPr>
            </a:lvl1pPr>
            <a:lvl2pPr>
              <a:defRPr sz="1200" b="1">
                <a:solidFill>
                  <a:srgbClr val="4BA8FF"/>
                </a:solidFill>
                <a:latin typeface="Aptos"/>
                <a:ea typeface="Aptos"/>
                <a:cs typeface="Aptos"/>
              </a:defRPr>
            </a:lvl2pPr>
            <a:lvl3pPr>
              <a:defRPr sz="1200" b="1">
                <a:solidFill>
                  <a:srgbClr val="4BA8FF"/>
                </a:solidFill>
                <a:latin typeface="Aptos"/>
                <a:ea typeface="Aptos"/>
                <a:cs typeface="Aptos"/>
              </a:defRPr>
            </a:lvl3pPr>
            <a:lvl4pPr>
              <a:defRPr sz="1200" b="1">
                <a:solidFill>
                  <a:srgbClr val="4BA8FF"/>
                </a:solidFill>
                <a:latin typeface="Aptos"/>
                <a:ea typeface="Aptos"/>
                <a:cs typeface="Aptos"/>
              </a:defRPr>
            </a:lvl4pPr>
            <a:lvl5pPr>
              <a:defRPr sz="1200" b="1">
                <a:solidFill>
                  <a:srgbClr val="4BA8FF"/>
                </a:solidFill>
                <a:latin typeface="Aptos"/>
                <a:ea typeface="Aptos"/>
                <a:cs typeface="Aptos"/>
              </a:defRPr>
            </a:lvl5pPr>
            <a:lvl6pPr>
              <a:defRPr sz="1200" b="1">
                <a:solidFill>
                  <a:srgbClr val="4BA8FF"/>
                </a:solidFill>
                <a:latin typeface="Aptos"/>
                <a:ea typeface="Aptos"/>
                <a:cs typeface="Aptos"/>
              </a:defRPr>
            </a:lvl6pPr>
            <a:lvl7pPr>
              <a:defRPr sz="1200" b="1">
                <a:solidFill>
                  <a:srgbClr val="4BA8FF"/>
                </a:solidFill>
                <a:latin typeface="Aptos"/>
                <a:ea typeface="Aptos"/>
                <a:cs typeface="Aptos"/>
              </a:defRPr>
            </a:lvl7pPr>
            <a:lvl8pPr>
              <a:defRPr sz="1200" b="1">
                <a:solidFill>
                  <a:srgbClr val="4BA8FF"/>
                </a:solidFill>
                <a:latin typeface="Aptos"/>
                <a:ea typeface="Aptos"/>
                <a:cs typeface="Aptos"/>
              </a:defRPr>
            </a:lvl8pPr>
            <a:lvl9pPr>
              <a:defRPr sz="1200" b="1">
                <a:solidFill>
                  <a:srgbClr val="4BA8FF"/>
                </a:solidFill>
                <a:latin typeface="Aptos"/>
                <a:ea typeface="Aptos"/>
                <a:cs typeface="Aptos"/>
              </a:defRPr>
            </a:lvl9pPr>
          </a:lstStyle>
          <a:p xmlns:a="http://schemas.openxmlformats.org/drawingml/2006/main">
            <a:pPr>
              <a:defRPr sz="1200" b="1">
                <a:solidFill>
                  <a:srgbClr val="4BA8FF"/>
                </a:solidFill>
                <a:latin typeface="Aptos"/>
                <a:ea typeface="Aptos"/>
                <a:cs typeface="Aptos"/>
              </a:defRPr>
            </a:pPr>
            <a:r>
              <a:rPr sz="1200" b="1">
                <a:solidFill>
                  <a:srgbClr val="4BA8FF"/>
                </a:solidFill>
                <a:latin typeface="Aptos"/>
                <a:ea typeface="Aptos"/>
                <a:cs typeface="Aptos"/>
              </a:rPr>
              <a:t>MATCHING HIT</a:t>
            </a:r>
          </a:p>
        </p:txBody>
      </p:sp>
      <p:sp>
        <p:nvSpPr>
          <p:cNvPr id="9" name="">
            <a:extLst xmlns:a="http://schemas.openxmlformats.org/drawingml/2006/main">
              <a:ext uri="{FF2B5EF4-FFF2-40B4-BE49-F238E27FC236}">
                <a16:creationId xmlns:a16="http://schemas.microsoft.com/office/drawing/2014/main" id="{F42510C1-6B82-4076-9EA6-987F3C46B9FD}"/>
              </a:ext>
            </a:extLst>
          </p:cNvPr>
          <p:cNvSpPr>
            <a:spLocks xmlns:a="http://schemas.openxmlformats.org/drawingml/2006/main" noGrp="1"/>
          </p:cNvSpPr>
          <p:nvPr/>
        </p:nvSpPr>
        <p:spPr>
          <a:xfrm xmlns:a="http://schemas.openxmlformats.org/drawingml/2006/main">
            <a:off x="2428875" y="3362325"/>
            <a:ext cx="47625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7A027E3-CD3C-43DB-A15F-9390110F966A}"/>
              </a:ext>
            </a:extLst>
          </p:cNvPr>
          <p:cNvSpPr>
            <a:spLocks xmlns:a="http://schemas.openxmlformats.org/drawingml/2006/main" noGrp="1"/>
          </p:cNvSpPr>
          <p:nvPr/>
        </p:nvSpPr>
        <p:spPr>
          <a:xfrm xmlns:a="http://schemas.openxmlformats.org/drawingml/2006/main">
            <a:off x="2905125" y="2905125"/>
            <a:ext cx="18097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F64D61"/>
            </a:solidFill>
            <a:prstDash val="solid"/>
          </a:ln>
        </p:spPr>
      </p:sp>
      <p:sp>
        <p:nvSpPr>
          <p:cNvPr id="11" name="">
            <a:extLst xmlns:a="http://schemas.openxmlformats.org/drawingml/2006/main">
              <a:ext uri="{FF2B5EF4-FFF2-40B4-BE49-F238E27FC236}">
                <a16:creationId xmlns:a16="http://schemas.microsoft.com/office/drawing/2014/main" id="{FDB22724-FFE8-49F7-81D3-A538DC6D5963}"/>
              </a:ext>
            </a:extLst>
          </p:cNvPr>
          <p:cNvSpPr>
            <a:spLocks xmlns:a="http://schemas.openxmlformats.org/drawingml/2006/main" noGrp="1"/>
          </p:cNvSpPr>
          <p:nvPr/>
        </p:nvSpPr>
        <p:spPr>
          <a:xfrm xmlns:a="http://schemas.openxmlformats.org/drawingml/2006/main">
            <a:off x="3048000" y="3209925"/>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1">
                <a:solidFill>
                  <a:srgbClr val="F64D61"/>
                </a:solidFill>
                <a:latin typeface="Aptos"/>
                <a:ea typeface="Aptos"/>
                <a:cs typeface="Aptos"/>
              </a:defRPr>
            </a:defPPr>
            <a:lvl1pPr>
              <a:defRPr sz="1200" b="1">
                <a:solidFill>
                  <a:srgbClr val="F64D61"/>
                </a:solidFill>
                <a:latin typeface="Aptos"/>
                <a:ea typeface="Aptos"/>
                <a:cs typeface="Aptos"/>
              </a:defRPr>
            </a:lvl1pPr>
            <a:lvl2pPr>
              <a:defRPr sz="1200" b="1">
                <a:solidFill>
                  <a:srgbClr val="F64D61"/>
                </a:solidFill>
                <a:latin typeface="Aptos"/>
                <a:ea typeface="Aptos"/>
                <a:cs typeface="Aptos"/>
              </a:defRPr>
            </a:lvl2pPr>
            <a:lvl3pPr>
              <a:defRPr sz="1200" b="1">
                <a:solidFill>
                  <a:srgbClr val="F64D61"/>
                </a:solidFill>
                <a:latin typeface="Aptos"/>
                <a:ea typeface="Aptos"/>
                <a:cs typeface="Aptos"/>
              </a:defRPr>
            </a:lvl3pPr>
            <a:lvl4pPr>
              <a:defRPr sz="1200" b="1">
                <a:solidFill>
                  <a:srgbClr val="F64D61"/>
                </a:solidFill>
                <a:latin typeface="Aptos"/>
                <a:ea typeface="Aptos"/>
                <a:cs typeface="Aptos"/>
              </a:defRPr>
            </a:lvl4pPr>
            <a:lvl5pPr>
              <a:defRPr sz="1200" b="1">
                <a:solidFill>
                  <a:srgbClr val="F64D61"/>
                </a:solidFill>
                <a:latin typeface="Aptos"/>
                <a:ea typeface="Aptos"/>
                <a:cs typeface="Aptos"/>
              </a:defRPr>
            </a:lvl5pPr>
            <a:lvl6pPr>
              <a:defRPr sz="1200" b="1">
                <a:solidFill>
                  <a:srgbClr val="F64D61"/>
                </a:solidFill>
                <a:latin typeface="Aptos"/>
                <a:ea typeface="Aptos"/>
                <a:cs typeface="Aptos"/>
              </a:defRPr>
            </a:lvl6pPr>
            <a:lvl7pPr>
              <a:defRPr sz="1200" b="1">
                <a:solidFill>
                  <a:srgbClr val="F64D61"/>
                </a:solidFill>
                <a:latin typeface="Aptos"/>
                <a:ea typeface="Aptos"/>
                <a:cs typeface="Aptos"/>
              </a:defRPr>
            </a:lvl7pPr>
            <a:lvl8pPr>
              <a:defRPr sz="1200" b="1">
                <a:solidFill>
                  <a:srgbClr val="F64D61"/>
                </a:solidFill>
                <a:latin typeface="Aptos"/>
                <a:ea typeface="Aptos"/>
                <a:cs typeface="Aptos"/>
              </a:defRPr>
            </a:lvl8pPr>
            <a:lvl9pPr>
              <a:defRPr sz="1200" b="1">
                <a:solidFill>
                  <a:srgbClr val="F64D61"/>
                </a:solidFill>
                <a:latin typeface="Aptos"/>
                <a:ea typeface="Aptos"/>
                <a:cs typeface="Aptos"/>
              </a:defRPr>
            </a:lvl9pPr>
          </a:lstStyle>
          <a:p xmlns:a="http://schemas.openxmlformats.org/drawingml/2006/main">
            <a:pPr>
              <a:defRPr sz="1200" b="1">
                <a:solidFill>
                  <a:srgbClr val="F64D61"/>
                </a:solidFill>
                <a:latin typeface="Aptos"/>
                <a:ea typeface="Aptos"/>
                <a:cs typeface="Aptos"/>
              </a:defRPr>
            </a:pPr>
            <a:r>
              <a:rPr sz="1200" b="1">
                <a:solidFill>
                  <a:srgbClr val="F64D61"/>
                </a:solidFill>
                <a:latin typeface="Aptos"/>
                <a:ea typeface="Aptos"/>
                <a:cs typeface="Aptos"/>
              </a:rPr>
              <a:t>DISABLED</a:t>
            </a:r>
          </a:p>
        </p:txBody>
      </p:sp>
      <p:sp>
        <p:nvSpPr>
          <p:cNvPr id="12" name="">
            <a:extLst xmlns:a="http://schemas.openxmlformats.org/drawingml/2006/main">
              <a:ext uri="{FF2B5EF4-FFF2-40B4-BE49-F238E27FC236}">
                <a16:creationId xmlns:a16="http://schemas.microsoft.com/office/drawing/2014/main" id="{55A7181B-8E87-4B95-B3EE-3EFCF0C0B9FA}"/>
              </a:ext>
            </a:extLst>
          </p:cNvPr>
          <p:cNvSpPr>
            <a:spLocks xmlns:a="http://schemas.openxmlformats.org/drawingml/2006/main" noGrp="1"/>
          </p:cNvSpPr>
          <p:nvPr/>
        </p:nvSpPr>
        <p:spPr>
          <a:xfrm xmlns:a="http://schemas.openxmlformats.org/drawingml/2006/main">
            <a:off x="4714875" y="3362325"/>
            <a:ext cx="47625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FF84E17-8A0F-45B5-8C0D-B4EB8F63B3D3}"/>
              </a:ext>
            </a:extLst>
          </p:cNvPr>
          <p:cNvSpPr>
            <a:spLocks xmlns:a="http://schemas.openxmlformats.org/drawingml/2006/main" noGrp="1"/>
          </p:cNvSpPr>
          <p:nvPr/>
        </p:nvSpPr>
        <p:spPr>
          <a:xfrm xmlns:a="http://schemas.openxmlformats.org/drawingml/2006/main">
            <a:off x="5191125" y="2905125"/>
            <a:ext cx="18097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5D98A"/>
            </a:solidFill>
            <a:prstDash val="solid"/>
          </a:ln>
        </p:spPr>
      </p:sp>
      <p:sp>
        <p:nvSpPr>
          <p:cNvPr id="14" name="">
            <a:extLst xmlns:a="http://schemas.openxmlformats.org/drawingml/2006/main">
              <a:ext uri="{FF2B5EF4-FFF2-40B4-BE49-F238E27FC236}">
                <a16:creationId xmlns:a16="http://schemas.microsoft.com/office/drawing/2014/main" id="{167F098B-BDEC-42E6-A0B3-5F1305D0063D}"/>
              </a:ext>
            </a:extLst>
          </p:cNvPr>
          <p:cNvSpPr>
            <a:spLocks xmlns:a="http://schemas.openxmlformats.org/drawingml/2006/main" noGrp="1"/>
          </p:cNvSpPr>
          <p:nvPr/>
        </p:nvSpPr>
        <p:spPr>
          <a:xfrm xmlns:a="http://schemas.openxmlformats.org/drawingml/2006/main">
            <a:off x="5334000" y="3209925"/>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1">
                <a:solidFill>
                  <a:srgbClr val="45D98A"/>
                </a:solidFill>
                <a:latin typeface="Aptos"/>
                <a:ea typeface="Aptos"/>
                <a:cs typeface="Aptos"/>
              </a:defRPr>
            </a:defPPr>
            <a:lvl1pPr>
              <a:defRPr sz="1200" b="1">
                <a:solidFill>
                  <a:srgbClr val="45D98A"/>
                </a:solidFill>
                <a:latin typeface="Aptos"/>
                <a:ea typeface="Aptos"/>
                <a:cs typeface="Aptos"/>
              </a:defRPr>
            </a:lvl1pPr>
            <a:lvl2pPr>
              <a:defRPr sz="1200" b="1">
                <a:solidFill>
                  <a:srgbClr val="45D98A"/>
                </a:solidFill>
                <a:latin typeface="Aptos"/>
                <a:ea typeface="Aptos"/>
                <a:cs typeface="Aptos"/>
              </a:defRPr>
            </a:lvl2pPr>
            <a:lvl3pPr>
              <a:defRPr sz="1200" b="1">
                <a:solidFill>
                  <a:srgbClr val="45D98A"/>
                </a:solidFill>
                <a:latin typeface="Aptos"/>
                <a:ea typeface="Aptos"/>
                <a:cs typeface="Aptos"/>
              </a:defRPr>
            </a:lvl3pPr>
            <a:lvl4pPr>
              <a:defRPr sz="1200" b="1">
                <a:solidFill>
                  <a:srgbClr val="45D98A"/>
                </a:solidFill>
                <a:latin typeface="Aptos"/>
                <a:ea typeface="Aptos"/>
                <a:cs typeface="Aptos"/>
              </a:defRPr>
            </a:lvl4pPr>
            <a:lvl5pPr>
              <a:defRPr sz="1200" b="1">
                <a:solidFill>
                  <a:srgbClr val="45D98A"/>
                </a:solidFill>
                <a:latin typeface="Aptos"/>
                <a:ea typeface="Aptos"/>
                <a:cs typeface="Aptos"/>
              </a:defRPr>
            </a:lvl5pPr>
            <a:lvl6pPr>
              <a:defRPr sz="1200" b="1">
                <a:solidFill>
                  <a:srgbClr val="45D98A"/>
                </a:solidFill>
                <a:latin typeface="Aptos"/>
                <a:ea typeface="Aptos"/>
                <a:cs typeface="Aptos"/>
              </a:defRPr>
            </a:lvl6pPr>
            <a:lvl7pPr>
              <a:defRPr sz="1200" b="1">
                <a:solidFill>
                  <a:srgbClr val="45D98A"/>
                </a:solidFill>
                <a:latin typeface="Aptos"/>
                <a:ea typeface="Aptos"/>
                <a:cs typeface="Aptos"/>
              </a:defRPr>
            </a:lvl7pPr>
            <a:lvl8pPr>
              <a:defRPr sz="1200" b="1">
                <a:solidFill>
                  <a:srgbClr val="45D98A"/>
                </a:solidFill>
                <a:latin typeface="Aptos"/>
                <a:ea typeface="Aptos"/>
                <a:cs typeface="Aptos"/>
              </a:defRPr>
            </a:lvl8pPr>
            <a:lvl9pPr>
              <a:defRPr sz="1200" b="1">
                <a:solidFill>
                  <a:srgbClr val="45D98A"/>
                </a:solidFill>
                <a:latin typeface="Aptos"/>
                <a:ea typeface="Aptos"/>
                <a:cs typeface="Aptos"/>
              </a:defRPr>
            </a:lvl9pPr>
          </a:lstStyle>
          <a:p xmlns:a="http://schemas.openxmlformats.org/drawingml/2006/main">
            <a:pPr>
              <a:defRPr sz="1200" b="1">
                <a:solidFill>
                  <a:srgbClr val="45D98A"/>
                </a:solidFill>
                <a:latin typeface="Aptos"/>
                <a:ea typeface="Aptos"/>
                <a:cs typeface="Aptos"/>
              </a:defRPr>
            </a:pPr>
            <a:r>
              <a:rPr sz="1200" b="1">
                <a:solidFill>
                  <a:srgbClr val="45D98A"/>
                </a:solidFill>
                <a:latin typeface="Aptos"/>
                <a:ea typeface="Aptos"/>
                <a:cs typeface="Aptos"/>
              </a:rPr>
              <a:t>COLOR TRANSFER</a:t>
            </a:r>
          </a:p>
        </p:txBody>
      </p:sp>
      <p:sp>
        <p:nvSpPr>
          <p:cNvPr id="15" name="">
            <a:extLst xmlns:a="http://schemas.openxmlformats.org/drawingml/2006/main">
              <a:ext uri="{FF2B5EF4-FFF2-40B4-BE49-F238E27FC236}">
                <a16:creationId xmlns:a16="http://schemas.microsoft.com/office/drawing/2014/main" id="{F11E2C68-C078-42D8-A397-EEEE6E2E31C8}"/>
              </a:ext>
            </a:extLst>
          </p:cNvPr>
          <p:cNvSpPr>
            <a:spLocks xmlns:a="http://schemas.openxmlformats.org/drawingml/2006/main" noGrp="1"/>
          </p:cNvSpPr>
          <p:nvPr/>
        </p:nvSpPr>
        <p:spPr>
          <a:xfrm xmlns:a="http://schemas.openxmlformats.org/drawingml/2006/main">
            <a:off x="7000875" y="3362325"/>
            <a:ext cx="47625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364EF13-5CCD-4C69-AE96-B9E4356E7CB6}"/>
              </a:ext>
            </a:extLst>
          </p:cNvPr>
          <p:cNvSpPr>
            <a:spLocks xmlns:a="http://schemas.openxmlformats.org/drawingml/2006/main" noGrp="1"/>
          </p:cNvSpPr>
          <p:nvPr/>
        </p:nvSpPr>
        <p:spPr>
          <a:xfrm xmlns:a="http://schemas.openxmlformats.org/drawingml/2006/main">
            <a:off x="7477125" y="2905125"/>
            <a:ext cx="18097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FFC857"/>
            </a:solidFill>
            <a:prstDash val="solid"/>
          </a:ln>
        </p:spPr>
      </p:sp>
      <p:sp>
        <p:nvSpPr>
          <p:cNvPr id="17" name="">
            <a:extLst xmlns:a="http://schemas.openxmlformats.org/drawingml/2006/main">
              <a:ext uri="{FF2B5EF4-FFF2-40B4-BE49-F238E27FC236}">
                <a16:creationId xmlns:a16="http://schemas.microsoft.com/office/drawing/2014/main" id="{1E9B6E6C-7C7C-4E2A-A681-AB42BE4F1F1A}"/>
              </a:ext>
            </a:extLst>
          </p:cNvPr>
          <p:cNvSpPr>
            <a:spLocks xmlns:a="http://schemas.openxmlformats.org/drawingml/2006/main" noGrp="1"/>
          </p:cNvSpPr>
          <p:nvPr/>
        </p:nvSpPr>
        <p:spPr>
          <a:xfrm xmlns:a="http://schemas.openxmlformats.org/drawingml/2006/main">
            <a:off x="7620000" y="3209925"/>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1">
                <a:solidFill>
                  <a:srgbClr val="FFC857"/>
                </a:solidFill>
                <a:latin typeface="Aptos"/>
                <a:ea typeface="Aptos"/>
                <a:cs typeface="Aptos"/>
              </a:defRPr>
            </a:defPPr>
            <a:lvl1pPr>
              <a:defRPr sz="1200" b="1">
                <a:solidFill>
                  <a:srgbClr val="FFC857"/>
                </a:solidFill>
                <a:latin typeface="Aptos"/>
                <a:ea typeface="Aptos"/>
                <a:cs typeface="Aptos"/>
              </a:defRPr>
            </a:lvl1pPr>
            <a:lvl2pPr>
              <a:defRPr sz="1200" b="1">
                <a:solidFill>
                  <a:srgbClr val="FFC857"/>
                </a:solidFill>
                <a:latin typeface="Aptos"/>
                <a:ea typeface="Aptos"/>
                <a:cs typeface="Aptos"/>
              </a:defRPr>
            </a:lvl2pPr>
            <a:lvl3pPr>
              <a:defRPr sz="1200" b="1">
                <a:solidFill>
                  <a:srgbClr val="FFC857"/>
                </a:solidFill>
                <a:latin typeface="Aptos"/>
                <a:ea typeface="Aptos"/>
                <a:cs typeface="Aptos"/>
              </a:defRPr>
            </a:lvl3pPr>
            <a:lvl4pPr>
              <a:defRPr sz="1200" b="1">
                <a:solidFill>
                  <a:srgbClr val="FFC857"/>
                </a:solidFill>
                <a:latin typeface="Aptos"/>
                <a:ea typeface="Aptos"/>
                <a:cs typeface="Aptos"/>
              </a:defRPr>
            </a:lvl4pPr>
            <a:lvl5pPr>
              <a:defRPr sz="1200" b="1">
                <a:solidFill>
                  <a:srgbClr val="FFC857"/>
                </a:solidFill>
                <a:latin typeface="Aptos"/>
                <a:ea typeface="Aptos"/>
                <a:cs typeface="Aptos"/>
              </a:defRPr>
            </a:lvl5pPr>
            <a:lvl6pPr>
              <a:defRPr sz="1200" b="1">
                <a:solidFill>
                  <a:srgbClr val="FFC857"/>
                </a:solidFill>
                <a:latin typeface="Aptos"/>
                <a:ea typeface="Aptos"/>
                <a:cs typeface="Aptos"/>
              </a:defRPr>
            </a:lvl6pPr>
            <a:lvl7pPr>
              <a:defRPr sz="1200" b="1">
                <a:solidFill>
                  <a:srgbClr val="FFC857"/>
                </a:solidFill>
                <a:latin typeface="Aptos"/>
                <a:ea typeface="Aptos"/>
                <a:cs typeface="Aptos"/>
              </a:defRPr>
            </a:lvl7pPr>
            <a:lvl8pPr>
              <a:defRPr sz="1200" b="1">
                <a:solidFill>
                  <a:srgbClr val="FFC857"/>
                </a:solidFill>
                <a:latin typeface="Aptos"/>
                <a:ea typeface="Aptos"/>
                <a:cs typeface="Aptos"/>
              </a:defRPr>
            </a:lvl8pPr>
            <a:lvl9pPr>
              <a:defRPr sz="1200" b="1">
                <a:solidFill>
                  <a:srgbClr val="FFC857"/>
                </a:solidFill>
                <a:latin typeface="Aptos"/>
                <a:ea typeface="Aptos"/>
                <a:cs typeface="Aptos"/>
              </a:defRPr>
            </a:lvl9pPr>
          </a:lstStyle>
          <a:p xmlns:a="http://schemas.openxmlformats.org/drawingml/2006/main">
            <a:pPr>
              <a:defRPr sz="1200" b="1">
                <a:solidFill>
                  <a:srgbClr val="FFC857"/>
                </a:solidFill>
                <a:latin typeface="Aptos"/>
                <a:ea typeface="Aptos"/>
                <a:cs typeface="Aptos"/>
              </a:defRPr>
            </a:pPr>
            <a:r>
              <a:rPr sz="1200" b="1">
                <a:solidFill>
                  <a:srgbClr val="FFC857"/>
                </a:solidFill>
                <a:latin typeface="Aptos"/>
                <a:ea typeface="Aptos"/>
                <a:cs typeface="Aptos"/>
              </a:rPr>
              <a:t>INACTIVE INSTANCE</a:t>
            </a:r>
          </a:p>
        </p:txBody>
      </p:sp>
      <p:sp>
        <p:nvSpPr>
          <p:cNvPr id="18" name="">
            <a:extLst xmlns:a="http://schemas.openxmlformats.org/drawingml/2006/main">
              <a:ext uri="{FF2B5EF4-FFF2-40B4-BE49-F238E27FC236}">
                <a16:creationId xmlns:a16="http://schemas.microsoft.com/office/drawing/2014/main" id="{66EA8652-42BB-45E9-829B-1B3F2D0FCE6A}"/>
              </a:ext>
            </a:extLst>
          </p:cNvPr>
          <p:cNvSpPr>
            <a:spLocks xmlns:a="http://schemas.openxmlformats.org/drawingml/2006/main" noGrp="1"/>
          </p:cNvSpPr>
          <p:nvPr/>
        </p:nvSpPr>
        <p:spPr>
          <a:xfrm xmlns:a="http://schemas.openxmlformats.org/drawingml/2006/main">
            <a:off x="9286875" y="3362325"/>
            <a:ext cx="476250" cy="38100"/>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5DE366A-F8CE-4116-BDB6-4F1A81F7333E}"/>
              </a:ext>
            </a:extLst>
          </p:cNvPr>
          <p:cNvSpPr>
            <a:spLocks xmlns:a="http://schemas.openxmlformats.org/drawingml/2006/main" noGrp="1"/>
          </p:cNvSpPr>
          <p:nvPr/>
        </p:nvSpPr>
        <p:spPr>
          <a:xfrm xmlns:a="http://schemas.openxmlformats.org/drawingml/2006/main">
            <a:off x="9763125" y="2905125"/>
            <a:ext cx="1809750" cy="952500"/>
          </a:xfrm>
          <a:prstGeom xmlns:a="http://schemas.openxmlformats.org/drawingml/2006/main" prst="roundRect">
            <a:avLst>
              <a:gd name="adj" fmla="val 12000"/>
            </a:avLst>
          </a:prstGeom>
          <a:solidFill xmlns:a="http://schemas.openxmlformats.org/drawingml/2006/main">
            <a:srgbClr val="17263D"/>
          </a:solidFill>
          <a:ln xmlns:a="http://schemas.openxmlformats.org/drawingml/2006/main" w="19050">
            <a:solidFill>
              <a:srgbClr val="4BA8FF"/>
            </a:solidFill>
            <a:prstDash val="solid"/>
          </a:ln>
        </p:spPr>
      </p:sp>
      <p:sp>
        <p:nvSpPr>
          <p:cNvPr id="20" name="">
            <a:extLst xmlns:a="http://schemas.openxmlformats.org/drawingml/2006/main">
              <a:ext uri="{FF2B5EF4-FFF2-40B4-BE49-F238E27FC236}">
                <a16:creationId xmlns:a16="http://schemas.microsoft.com/office/drawing/2014/main" id="{CA37A3A9-1A34-4F23-9389-2624B6B211CA}"/>
              </a:ext>
            </a:extLst>
          </p:cNvPr>
          <p:cNvSpPr>
            <a:spLocks xmlns:a="http://schemas.openxmlformats.org/drawingml/2006/main" noGrp="1"/>
          </p:cNvSpPr>
          <p:nvPr/>
        </p:nvSpPr>
        <p:spPr>
          <a:xfrm xmlns:a="http://schemas.openxmlformats.org/drawingml/2006/main">
            <a:off x="9906000" y="3209925"/>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1">
                <a:solidFill>
                  <a:srgbClr val="4BA8FF"/>
                </a:solidFill>
                <a:latin typeface="Aptos"/>
                <a:ea typeface="Aptos"/>
                <a:cs typeface="Aptos"/>
              </a:defRPr>
            </a:defPPr>
            <a:lvl1pPr>
              <a:defRPr sz="1200" b="1">
                <a:solidFill>
                  <a:srgbClr val="4BA8FF"/>
                </a:solidFill>
                <a:latin typeface="Aptos"/>
                <a:ea typeface="Aptos"/>
                <a:cs typeface="Aptos"/>
              </a:defRPr>
            </a:lvl1pPr>
            <a:lvl2pPr>
              <a:defRPr sz="1200" b="1">
                <a:solidFill>
                  <a:srgbClr val="4BA8FF"/>
                </a:solidFill>
                <a:latin typeface="Aptos"/>
                <a:ea typeface="Aptos"/>
                <a:cs typeface="Aptos"/>
              </a:defRPr>
            </a:lvl2pPr>
            <a:lvl3pPr>
              <a:defRPr sz="1200" b="1">
                <a:solidFill>
                  <a:srgbClr val="4BA8FF"/>
                </a:solidFill>
                <a:latin typeface="Aptos"/>
                <a:ea typeface="Aptos"/>
                <a:cs typeface="Aptos"/>
              </a:defRPr>
            </a:lvl3pPr>
            <a:lvl4pPr>
              <a:defRPr sz="1200" b="1">
                <a:solidFill>
                  <a:srgbClr val="4BA8FF"/>
                </a:solidFill>
                <a:latin typeface="Aptos"/>
                <a:ea typeface="Aptos"/>
                <a:cs typeface="Aptos"/>
              </a:defRPr>
            </a:lvl4pPr>
            <a:lvl5pPr>
              <a:defRPr sz="1200" b="1">
                <a:solidFill>
                  <a:srgbClr val="4BA8FF"/>
                </a:solidFill>
                <a:latin typeface="Aptos"/>
                <a:ea typeface="Aptos"/>
                <a:cs typeface="Aptos"/>
              </a:defRPr>
            </a:lvl5pPr>
            <a:lvl6pPr>
              <a:defRPr sz="1200" b="1">
                <a:solidFill>
                  <a:srgbClr val="4BA8FF"/>
                </a:solidFill>
                <a:latin typeface="Aptos"/>
                <a:ea typeface="Aptos"/>
                <a:cs typeface="Aptos"/>
              </a:defRPr>
            </a:lvl6pPr>
            <a:lvl7pPr>
              <a:defRPr sz="1200" b="1">
                <a:solidFill>
                  <a:srgbClr val="4BA8FF"/>
                </a:solidFill>
                <a:latin typeface="Aptos"/>
                <a:ea typeface="Aptos"/>
                <a:cs typeface="Aptos"/>
              </a:defRPr>
            </a:lvl7pPr>
            <a:lvl8pPr>
              <a:defRPr sz="1200" b="1">
                <a:solidFill>
                  <a:srgbClr val="4BA8FF"/>
                </a:solidFill>
                <a:latin typeface="Aptos"/>
                <a:ea typeface="Aptos"/>
                <a:cs typeface="Aptos"/>
              </a:defRPr>
            </a:lvl8pPr>
            <a:lvl9pPr>
              <a:defRPr sz="1200" b="1">
                <a:solidFill>
                  <a:srgbClr val="4BA8FF"/>
                </a:solidFill>
                <a:latin typeface="Aptos"/>
                <a:ea typeface="Aptos"/>
                <a:cs typeface="Aptos"/>
              </a:defRPr>
            </a:lvl9pPr>
          </a:lstStyle>
          <a:p xmlns:a="http://schemas.openxmlformats.org/drawingml/2006/main">
            <a:pPr>
              <a:defRPr sz="1200" b="1">
                <a:solidFill>
                  <a:srgbClr val="4BA8FF"/>
                </a:solidFill>
                <a:latin typeface="Aptos"/>
                <a:ea typeface="Aptos"/>
                <a:cs typeface="Aptos"/>
              </a:defRPr>
            </a:pPr>
            <a:r>
              <a:rPr sz="1200" b="1">
                <a:solidFill>
                  <a:srgbClr val="4BA8FF"/>
                </a:solidFill>
                <a:latin typeface="Aptos"/>
                <a:ea typeface="Aptos"/>
                <a:cs typeface="Aptos"/>
              </a:rPr>
              <a:t>RESTORED</a:t>
            </a:r>
          </a:p>
        </p:txBody>
      </p:sp>
      <p:sp>
        <p:nvSpPr>
          <p:cNvPr id="21" name="">
            <a:extLst xmlns:a="http://schemas.openxmlformats.org/drawingml/2006/main">
              <a:ext uri="{FF2B5EF4-FFF2-40B4-BE49-F238E27FC236}">
                <a16:creationId xmlns:a16="http://schemas.microsoft.com/office/drawing/2014/main" id="{7ABD02F6-C4AB-4DF5-ACBF-619A4204325A}"/>
              </a:ext>
            </a:extLst>
          </p:cNvPr>
          <p:cNvSpPr>
            <a:spLocks xmlns:a="http://schemas.openxmlformats.org/drawingml/2006/main" noGrp="1"/>
          </p:cNvSpPr>
          <p:nvPr/>
        </p:nvSpPr>
        <p:spPr>
          <a:xfrm xmlns:a="http://schemas.openxmlformats.org/drawingml/2006/main">
            <a:off x="2381250" y="4686300"/>
            <a:ext cx="742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025" b="1">
                <a:solidFill>
                  <a:srgbClr val="F6F8FC"/>
                </a:solidFill>
                <a:latin typeface="Aptos"/>
                <a:ea typeface="Aptos"/>
                <a:cs typeface="Aptos"/>
              </a:defRPr>
            </a:defPPr>
            <a:lvl1pPr>
              <a:defRPr sz="2025" b="1">
                <a:solidFill>
                  <a:srgbClr val="F6F8FC"/>
                </a:solidFill>
                <a:latin typeface="Aptos"/>
                <a:ea typeface="Aptos"/>
                <a:cs typeface="Aptos"/>
              </a:defRPr>
            </a:lvl1pPr>
            <a:lvl2pPr>
              <a:defRPr sz="2025" b="1">
                <a:solidFill>
                  <a:srgbClr val="F6F8FC"/>
                </a:solidFill>
                <a:latin typeface="Aptos"/>
                <a:ea typeface="Aptos"/>
                <a:cs typeface="Aptos"/>
              </a:defRPr>
            </a:lvl2pPr>
            <a:lvl3pPr>
              <a:defRPr sz="2025" b="1">
                <a:solidFill>
                  <a:srgbClr val="F6F8FC"/>
                </a:solidFill>
                <a:latin typeface="Aptos"/>
                <a:ea typeface="Aptos"/>
                <a:cs typeface="Aptos"/>
              </a:defRPr>
            </a:lvl3pPr>
            <a:lvl4pPr>
              <a:defRPr sz="2025" b="1">
                <a:solidFill>
                  <a:srgbClr val="F6F8FC"/>
                </a:solidFill>
                <a:latin typeface="Aptos"/>
                <a:ea typeface="Aptos"/>
                <a:cs typeface="Aptos"/>
              </a:defRPr>
            </a:lvl4pPr>
            <a:lvl5pPr>
              <a:defRPr sz="2025" b="1">
                <a:solidFill>
                  <a:srgbClr val="F6F8FC"/>
                </a:solidFill>
                <a:latin typeface="Aptos"/>
                <a:ea typeface="Aptos"/>
                <a:cs typeface="Aptos"/>
              </a:defRPr>
            </a:lvl5pPr>
            <a:lvl6pPr>
              <a:defRPr sz="2025" b="1">
                <a:solidFill>
                  <a:srgbClr val="F6F8FC"/>
                </a:solidFill>
                <a:latin typeface="Aptos"/>
                <a:ea typeface="Aptos"/>
                <a:cs typeface="Aptos"/>
              </a:defRPr>
            </a:lvl6pPr>
            <a:lvl7pPr>
              <a:defRPr sz="2025" b="1">
                <a:solidFill>
                  <a:srgbClr val="F6F8FC"/>
                </a:solidFill>
                <a:latin typeface="Aptos"/>
                <a:ea typeface="Aptos"/>
                <a:cs typeface="Aptos"/>
              </a:defRPr>
            </a:lvl7pPr>
            <a:lvl8pPr>
              <a:defRPr sz="2025" b="1">
                <a:solidFill>
                  <a:srgbClr val="F6F8FC"/>
                </a:solidFill>
                <a:latin typeface="Aptos"/>
                <a:ea typeface="Aptos"/>
                <a:cs typeface="Aptos"/>
              </a:defRPr>
            </a:lvl8pPr>
            <a:lvl9pPr>
              <a:defRPr sz="2025" b="1">
                <a:solidFill>
                  <a:srgbClr val="F6F8FC"/>
                </a:solidFill>
                <a:latin typeface="Aptos"/>
                <a:ea typeface="Aptos"/>
                <a:cs typeface="Aptos"/>
              </a:defRPr>
            </a:lvl9pPr>
          </a:lstStyle>
          <a:p xmlns:a="http://schemas.openxmlformats.org/drawingml/2006/main">
            <a:pPr>
              <a:defRPr sz="2025" b="1">
                <a:solidFill>
                  <a:srgbClr val="F6F8FC"/>
                </a:solidFill>
                <a:latin typeface="Aptos"/>
                <a:ea typeface="Aptos"/>
                <a:cs typeface="Aptos"/>
              </a:defRPr>
            </a:pPr>
            <a:r>
              <a:rPr sz="2025" b="1">
                <a:solidFill>
                  <a:srgbClr val="F6F8FC"/>
                </a:solidFill>
                <a:latin typeface="Aptos"/>
                <a:ea typeface="Aptos"/>
                <a:cs typeface="Aptos"/>
              </a:rPr>
              <a:t>The arena reuses the authored enemy instance</a:t>
            </a:r>
          </a:p>
        </p:txBody>
      </p:sp>
      <p:sp>
        <p:nvSpPr>
          <p:cNvPr id="22" name="">
            <a:extLst xmlns:a="http://schemas.openxmlformats.org/drawingml/2006/main">
              <a:ext uri="{FF2B5EF4-FFF2-40B4-BE49-F238E27FC236}">
                <a16:creationId xmlns:a16="http://schemas.microsoft.com/office/drawing/2014/main" id="{5B012BCD-6806-4E83-AB6A-3B4C28F3E7BA}"/>
              </a:ext>
            </a:extLst>
          </p:cNvPr>
          <p:cNvSpPr>
            <a:spLocks xmlns:a="http://schemas.openxmlformats.org/drawingml/2006/main" noGrp="1"/>
          </p:cNvSpPr>
          <p:nvPr/>
        </p:nvSpPr>
        <p:spPr>
          <a:xfrm xmlns:a="http://schemas.openxmlformats.org/drawingml/2006/main">
            <a:off x="1905000" y="5181600"/>
            <a:ext cx="838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defPPr>
              <a:defRPr sz="1425" b="0">
                <a:solidFill>
                  <a:srgbClr val="A9B7CB"/>
                </a:solidFill>
                <a:latin typeface="Aptos"/>
                <a:ea typeface="Aptos"/>
                <a:cs typeface="Aptos"/>
              </a:defRPr>
            </a:defPPr>
            <a:lvl1pPr>
              <a:defRPr sz="1425" b="0">
                <a:solidFill>
                  <a:srgbClr val="A9B7CB"/>
                </a:solidFill>
                <a:latin typeface="Aptos"/>
                <a:ea typeface="Aptos"/>
                <a:cs typeface="Aptos"/>
              </a:defRPr>
            </a:lvl1pPr>
            <a:lvl2pPr>
              <a:defRPr sz="1425" b="0">
                <a:solidFill>
                  <a:srgbClr val="A9B7CB"/>
                </a:solidFill>
                <a:latin typeface="Aptos"/>
                <a:ea typeface="Aptos"/>
                <a:cs typeface="Aptos"/>
              </a:defRPr>
            </a:lvl2pPr>
            <a:lvl3pPr>
              <a:defRPr sz="1425" b="0">
                <a:solidFill>
                  <a:srgbClr val="A9B7CB"/>
                </a:solidFill>
                <a:latin typeface="Aptos"/>
                <a:ea typeface="Aptos"/>
                <a:cs typeface="Aptos"/>
              </a:defRPr>
            </a:lvl3pPr>
            <a:lvl4pPr>
              <a:defRPr sz="1425" b="0">
                <a:solidFill>
                  <a:srgbClr val="A9B7CB"/>
                </a:solidFill>
                <a:latin typeface="Aptos"/>
                <a:ea typeface="Aptos"/>
                <a:cs typeface="Aptos"/>
              </a:defRPr>
            </a:lvl4pPr>
            <a:lvl5pPr>
              <a:defRPr sz="1425" b="0">
                <a:solidFill>
                  <a:srgbClr val="A9B7CB"/>
                </a:solidFill>
                <a:latin typeface="Aptos"/>
                <a:ea typeface="Aptos"/>
                <a:cs typeface="Aptos"/>
              </a:defRPr>
            </a:lvl5pPr>
            <a:lvl6pPr>
              <a:defRPr sz="1425" b="0">
                <a:solidFill>
                  <a:srgbClr val="A9B7CB"/>
                </a:solidFill>
                <a:latin typeface="Aptos"/>
                <a:ea typeface="Aptos"/>
                <a:cs typeface="Aptos"/>
              </a:defRPr>
            </a:lvl6pPr>
            <a:lvl7pPr>
              <a:defRPr sz="1425" b="0">
                <a:solidFill>
                  <a:srgbClr val="A9B7CB"/>
                </a:solidFill>
                <a:latin typeface="Aptos"/>
                <a:ea typeface="Aptos"/>
                <a:cs typeface="Aptos"/>
              </a:defRPr>
            </a:lvl7pPr>
            <a:lvl8pPr>
              <a:defRPr sz="1425" b="0">
                <a:solidFill>
                  <a:srgbClr val="A9B7CB"/>
                </a:solidFill>
                <a:latin typeface="Aptos"/>
                <a:ea typeface="Aptos"/>
                <a:cs typeface="Aptos"/>
              </a:defRPr>
            </a:lvl8pPr>
            <a:lvl9pPr>
              <a:defRPr sz="1425" b="0">
                <a:solidFill>
                  <a:srgbClr val="A9B7CB"/>
                </a:solidFill>
                <a:latin typeface="Aptos"/>
                <a:ea typeface="Aptos"/>
                <a:cs typeface="Aptos"/>
              </a:defRPr>
            </a:lvl9pPr>
          </a:lstStyle>
          <a:p xmlns:a="http://schemas.openxmlformats.org/drawingml/2006/main">
            <a:pPr>
              <a:defRPr sz="1425" b="0">
                <a:solidFill>
                  <a:srgbClr val="A9B7CB"/>
                </a:solidFill>
                <a:latin typeface="Aptos"/>
                <a:ea typeface="Aptos"/>
                <a:cs typeface="Aptos"/>
              </a:defRPr>
            </a:pPr>
            <a:r>
              <a:rPr sz="1425" b="0">
                <a:solidFill>
                  <a:srgbClr val="A9B7CB"/>
                </a:solidFill>
                <a:latin typeface="Aptos"/>
                <a:ea typeface="Aptos"/>
                <a:cs typeface="Aptos"/>
              </a:rPr>
              <a:t>Transform, Blueprint tuning, color options and arena ownership are preserved</a:t>
            </a:r>
          </a:p>
        </p:txBody>
      </p:sp>
      <p:sp>
        <p:nvSpPr>
          <p:cNvPr id="23" name="">
            <a:extLst xmlns:a="http://schemas.openxmlformats.org/drawingml/2006/main">
              <a:ext uri="{FF2B5EF4-FFF2-40B4-BE49-F238E27FC236}">
                <a16:creationId xmlns:a16="http://schemas.microsoft.com/office/drawing/2014/main" id="{1D58ADE1-0F6C-47CC-80E4-485BF79029E6}"/>
              </a:ext>
            </a:extLst>
          </p:cNvPr>
          <p:cNvSpPr>
            <a:spLocks xmlns:a="http://schemas.openxmlformats.org/drawingml/2006/main" noGrp="1"/>
          </p:cNvSpPr>
          <p:nvPr/>
        </p:nvSpPr>
        <p:spPr>
          <a:xfrm xmlns:a="http://schemas.openxmlformats.org/drawingml/2006/main">
            <a:off x="3048000" y="5715000"/>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defRPr sz="1350" b="1">
                <a:solidFill>
                  <a:srgbClr val="F6F8FC"/>
                </a:solidFill>
                <a:latin typeface="Aptos"/>
                <a:ea typeface="Aptos"/>
                <a:cs typeface="Aptos"/>
              </a:defRPr>
            </a:defPPr>
            <a:lvl1pPr>
              <a:defRPr sz="1350" b="1">
                <a:solidFill>
                  <a:srgbClr val="F6F8FC"/>
                </a:solidFill>
                <a:latin typeface="Aptos"/>
                <a:ea typeface="Aptos"/>
                <a:cs typeface="Aptos"/>
              </a:defRPr>
            </a:lvl1pPr>
            <a:lvl2pPr>
              <a:defRPr sz="1350" b="1">
                <a:solidFill>
                  <a:srgbClr val="F6F8FC"/>
                </a:solidFill>
                <a:latin typeface="Aptos"/>
                <a:ea typeface="Aptos"/>
                <a:cs typeface="Aptos"/>
              </a:defRPr>
            </a:lvl2pPr>
            <a:lvl3pPr>
              <a:defRPr sz="1350" b="1">
                <a:solidFill>
                  <a:srgbClr val="F6F8FC"/>
                </a:solidFill>
                <a:latin typeface="Aptos"/>
                <a:ea typeface="Aptos"/>
                <a:cs typeface="Aptos"/>
              </a:defRPr>
            </a:lvl3pPr>
            <a:lvl4pPr>
              <a:defRPr sz="1350" b="1">
                <a:solidFill>
                  <a:srgbClr val="F6F8FC"/>
                </a:solidFill>
                <a:latin typeface="Aptos"/>
                <a:ea typeface="Aptos"/>
                <a:cs typeface="Aptos"/>
              </a:defRPr>
            </a:lvl4pPr>
            <a:lvl5pPr>
              <a:defRPr sz="1350" b="1">
                <a:solidFill>
                  <a:srgbClr val="F6F8FC"/>
                </a:solidFill>
                <a:latin typeface="Aptos"/>
                <a:ea typeface="Aptos"/>
                <a:cs typeface="Aptos"/>
              </a:defRPr>
            </a:lvl5pPr>
            <a:lvl6pPr>
              <a:defRPr sz="1350" b="1">
                <a:solidFill>
                  <a:srgbClr val="F6F8FC"/>
                </a:solidFill>
                <a:latin typeface="Aptos"/>
                <a:ea typeface="Aptos"/>
                <a:cs typeface="Aptos"/>
              </a:defRPr>
            </a:lvl6pPr>
            <a:lvl7pPr>
              <a:defRPr sz="1350" b="1">
                <a:solidFill>
                  <a:srgbClr val="F6F8FC"/>
                </a:solidFill>
                <a:latin typeface="Aptos"/>
                <a:ea typeface="Aptos"/>
                <a:cs typeface="Aptos"/>
              </a:defRPr>
            </a:lvl7pPr>
            <a:lvl8pPr>
              <a:defRPr sz="1350" b="1">
                <a:solidFill>
                  <a:srgbClr val="F6F8FC"/>
                </a:solidFill>
                <a:latin typeface="Aptos"/>
                <a:ea typeface="Aptos"/>
                <a:cs typeface="Aptos"/>
              </a:defRPr>
            </a:lvl8pPr>
            <a:lvl9pPr>
              <a:defRPr sz="1350" b="1">
                <a:solidFill>
                  <a:srgbClr val="F6F8FC"/>
                </a:solidFill>
                <a:latin typeface="Aptos"/>
                <a:ea typeface="Aptos"/>
                <a:cs typeface="Aptos"/>
              </a:defRPr>
            </a:lvl9pPr>
          </a:lstStyle>
          <a:p xmlns:a="http://schemas.openxmlformats.org/drawingml/2006/main">
            <a:pPr>
              <a:defRPr sz="1350" b="1">
                <a:solidFill>
                  <a:srgbClr val="F6F8FC"/>
                </a:solidFill>
                <a:latin typeface="Aptos"/>
                <a:ea typeface="Aptos"/>
                <a:cs typeface="Aptos"/>
              </a:defRPr>
            </a:pPr>
            <a:r>
              <a:rPr sz="1350" b="1">
                <a:solidFill>
                  <a:srgbClr val="F6F8FC"/>
                </a:solidFill>
                <a:latin typeface="Aptos"/>
                <a:ea typeface="Aptos"/>
                <a:cs typeface="Aptos"/>
              </a:rPr>
              <a:t>Respawn delay may also scale with arena progress</a:t>
            </a:r>
          </a:p>
        </p:txBody>
      </p:sp>
    </p:spTree>
    <p:extLst>
      <p:ext uri="{BB962C8B-B14F-4D97-AF65-F5344CB8AC3E}">
        <p14:creationId xmlns:p14="http://schemas.microsoft.com/office/powerpoint/2010/main" val="837034625"/>
      </p:ext>
    </p:extLst>
  </p:cSld>
</p:sld>
</file>

<file path=ppt/slides/slide10.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DEFE95B-0433-4A9D-9256-5972DBFE65C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64D6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B10336-9565-470B-A1E5-F2D5F0EEE6D5}"/>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ENGINEERING DECISION</a:t>
            </a:r>
          </a:p>
        </p:txBody>
      </p:sp>
      <p:sp>
        <p:nvSpPr>
          <p:cNvPr id="3" name="">
            <a:extLst xmlns:a="http://schemas.openxmlformats.org/drawingml/2006/main">
              <a:ext uri="{FF2B5EF4-FFF2-40B4-BE49-F238E27FC236}">
                <a16:creationId xmlns:a16="http://schemas.microsoft.com/office/drawing/2014/main" id="{22F0041B-DBFE-41D9-9A23-4F309B3A9E84}"/>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AI method choice</a:t>
            </a:r>
          </a:p>
        </p:txBody>
      </p:sp>
      <p:sp>
        <p:nvSpPr>
          <p:cNvPr id="4" name="">
            <a:extLst xmlns:a="http://schemas.openxmlformats.org/drawingml/2006/main">
              <a:ext uri="{FF2B5EF4-FFF2-40B4-BE49-F238E27FC236}">
                <a16:creationId xmlns:a16="http://schemas.microsoft.com/office/drawing/2014/main" id="{0B2E45C6-B0DC-42AD-9EB6-31333ECC9F31}"/>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3726DF2-EED8-46B3-9C55-1906B8B9C6DA}"/>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395318D3-0F35-4174-B31C-F5CEE970D4A7}"/>
              </a:ext>
            </a:extLst>
          </p:cNvPr>
          <p:cNvSpPr>
            <a:spLocks xmlns:a="http://schemas.openxmlformats.org/drawingml/2006/main" noGrp="1"/>
          </p:cNvSpPr>
          <p:nvPr/>
        </p:nvSpPr>
        <p:spPr>
          <a:xfrm xmlns:a="http://schemas.openxmlformats.org/drawingml/2006/main">
            <a:off x="704850" y="16573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851"/>
          </a:bodyPr>
          <a:lstStyle xmlns:a="http://schemas.openxmlformats.org/drawingml/2006/main">
            <a:defPPr>
              <a:defRPr sz="2175" b="1">
                <a:solidFill>
                  <a:srgbClr val="F6F8FC"/>
                </a:solidFill>
                <a:latin typeface="Aptos"/>
                <a:ea typeface="Aptos"/>
                <a:cs typeface="Aptos"/>
              </a:defRPr>
            </a:defPPr>
            <a:lvl1pPr>
              <a:defRPr sz="2175" b="1">
                <a:solidFill>
                  <a:srgbClr val="F6F8FC"/>
                </a:solidFill>
                <a:latin typeface="Aptos"/>
                <a:ea typeface="Aptos"/>
                <a:cs typeface="Aptos"/>
              </a:defRPr>
            </a:lvl1pPr>
            <a:lvl2pPr>
              <a:defRPr sz="2175" b="1">
                <a:solidFill>
                  <a:srgbClr val="F6F8FC"/>
                </a:solidFill>
                <a:latin typeface="Aptos"/>
                <a:ea typeface="Aptos"/>
                <a:cs typeface="Aptos"/>
              </a:defRPr>
            </a:lvl2pPr>
            <a:lvl3pPr>
              <a:defRPr sz="2175" b="1">
                <a:solidFill>
                  <a:srgbClr val="F6F8FC"/>
                </a:solidFill>
                <a:latin typeface="Aptos"/>
                <a:ea typeface="Aptos"/>
                <a:cs typeface="Aptos"/>
              </a:defRPr>
            </a:lvl3pPr>
            <a:lvl4pPr>
              <a:defRPr sz="2175" b="1">
                <a:solidFill>
                  <a:srgbClr val="F6F8FC"/>
                </a:solidFill>
                <a:latin typeface="Aptos"/>
                <a:ea typeface="Aptos"/>
                <a:cs typeface="Aptos"/>
              </a:defRPr>
            </a:lvl4pPr>
            <a:lvl5pPr>
              <a:defRPr sz="2175" b="1">
                <a:solidFill>
                  <a:srgbClr val="F6F8FC"/>
                </a:solidFill>
                <a:latin typeface="Aptos"/>
                <a:ea typeface="Aptos"/>
                <a:cs typeface="Aptos"/>
              </a:defRPr>
            </a:lvl5pPr>
            <a:lvl6pPr>
              <a:defRPr sz="2175" b="1">
                <a:solidFill>
                  <a:srgbClr val="F6F8FC"/>
                </a:solidFill>
                <a:latin typeface="Aptos"/>
                <a:ea typeface="Aptos"/>
                <a:cs typeface="Aptos"/>
              </a:defRPr>
            </a:lvl6pPr>
            <a:lvl7pPr>
              <a:defRPr sz="2175" b="1">
                <a:solidFill>
                  <a:srgbClr val="F6F8FC"/>
                </a:solidFill>
                <a:latin typeface="Aptos"/>
                <a:ea typeface="Aptos"/>
                <a:cs typeface="Aptos"/>
              </a:defRPr>
            </a:lvl7pPr>
            <a:lvl8pPr>
              <a:defRPr sz="2175" b="1">
                <a:solidFill>
                  <a:srgbClr val="F6F8FC"/>
                </a:solidFill>
                <a:latin typeface="Aptos"/>
                <a:ea typeface="Aptos"/>
                <a:cs typeface="Aptos"/>
              </a:defRPr>
            </a:lvl8pPr>
            <a:lvl9pPr>
              <a:defRPr sz="2175" b="1">
                <a:solidFill>
                  <a:srgbClr val="F6F8FC"/>
                </a:solidFill>
                <a:latin typeface="Aptos"/>
                <a:ea typeface="Aptos"/>
                <a:cs typeface="Aptos"/>
              </a:defRPr>
            </a:lvl9pPr>
          </a:lstStyle>
          <a:p xmlns:a="http://schemas.openxmlformats.org/drawingml/2006/main">
            <a:pPr>
              <a:defRPr sz="2175" b="1">
                <a:solidFill>
                  <a:srgbClr val="F6F8FC"/>
                </a:solidFill>
                <a:latin typeface="Aptos"/>
                <a:ea typeface="Aptos"/>
                <a:cs typeface="Aptos"/>
              </a:defRPr>
            </a:pPr>
            <a:r>
              <a:rPr sz="2175" b="1">
                <a:solidFill>
                  <a:srgbClr val="F6F8FC"/>
                </a:solidFill>
                <a:latin typeface="Aptos"/>
                <a:ea typeface="Aptos"/>
                <a:cs typeface="Aptos"/>
              </a:rPr>
              <a:t>Deterministic C++ matched the project scope</a:t>
            </a:r>
          </a:p>
        </p:txBody>
      </p:sp>
      <p:sp>
        <p:nvSpPr>
          <p:cNvPr id="7" name="">
            <a:extLst xmlns:a="http://schemas.openxmlformats.org/drawingml/2006/main">
              <a:ext uri="{FF2B5EF4-FFF2-40B4-BE49-F238E27FC236}">
                <a16:creationId xmlns:a16="http://schemas.microsoft.com/office/drawing/2014/main" id="{73F76AF7-5775-482A-825D-16B82870263E}"/>
              </a:ext>
            </a:extLst>
          </p:cNvPr>
          <p:cNvSpPr>
            <a:spLocks xmlns:a="http://schemas.openxmlformats.org/drawingml/2006/main" noGrp="1"/>
          </p:cNvSpPr>
          <p:nvPr/>
        </p:nvSpPr>
        <p:spPr>
          <a:xfrm xmlns:a="http://schemas.openxmlformats.org/drawingml/2006/main">
            <a:off x="857250" y="2619375"/>
            <a:ext cx="4476750" cy="2190750"/>
          </a:xfrm>
          <a:prstGeom xmlns:a="http://schemas.openxmlformats.org/drawingml/2006/main" prst="roundRect">
            <a:avLst>
              <a:gd name="adj" fmla="val 5217"/>
            </a:avLst>
          </a:prstGeom>
          <a:solidFill xmlns:a="http://schemas.openxmlformats.org/drawingml/2006/main">
            <a:srgbClr val="17263D"/>
          </a:solidFill>
          <a:ln xmlns:a="http://schemas.openxmlformats.org/drawingml/2006/main" w="19050">
            <a:solidFill>
              <a:srgbClr val="4BA8FF"/>
            </a:solidFill>
            <a:prstDash val="solid"/>
          </a:ln>
        </p:spPr>
      </p:sp>
      <p:sp>
        <p:nvSpPr>
          <p:cNvPr id="8" name="">
            <a:extLst xmlns:a="http://schemas.openxmlformats.org/drawingml/2006/main">
              <a:ext uri="{FF2B5EF4-FFF2-40B4-BE49-F238E27FC236}">
                <a16:creationId xmlns:a16="http://schemas.microsoft.com/office/drawing/2014/main" id="{EFE93D6D-004D-43F4-BEE5-F7024F649B9F}"/>
              </a:ext>
            </a:extLst>
          </p:cNvPr>
          <p:cNvSpPr>
            <a:spLocks xmlns:a="http://schemas.openxmlformats.org/drawingml/2006/main" noGrp="1"/>
          </p:cNvSpPr>
          <p:nvPr/>
        </p:nvSpPr>
        <p:spPr>
          <a:xfrm xmlns:a="http://schemas.openxmlformats.org/drawingml/2006/main">
            <a:off x="857250" y="2619375"/>
            <a:ext cx="95250" cy="2190750"/>
          </a:xfrm>
          <a:prstGeom xmlns:a="http://schemas.openxmlformats.org/drawingml/2006/main" prst="rect">
            <a:avLst/>
          </a:prstGeom>
          <a:solidFill xmlns:a="http://schemas.openxmlformats.org/drawingml/2006/main">
            <a:srgbClr val="4BA8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359A94D-3C5B-4F00-A431-A848B15600F9}"/>
              </a:ext>
            </a:extLst>
          </p:cNvPr>
          <p:cNvSpPr>
            <a:spLocks xmlns:a="http://schemas.openxmlformats.org/drawingml/2006/main" noGrp="1"/>
          </p:cNvSpPr>
          <p:nvPr/>
        </p:nvSpPr>
        <p:spPr>
          <a:xfrm xmlns:a="http://schemas.openxmlformats.org/drawingml/2006/main">
            <a:off x="1123950" y="2771775"/>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defRPr sz="1650" b="1">
                <a:solidFill>
                  <a:srgbClr val="F6F8FC"/>
                </a:solidFill>
                <a:latin typeface="Aptos"/>
                <a:ea typeface="Aptos"/>
                <a:cs typeface="Aptos"/>
              </a:defRPr>
            </a:defPPr>
            <a:lvl1pPr>
              <a:defRPr sz="1650" b="1">
                <a:solidFill>
                  <a:srgbClr val="F6F8FC"/>
                </a:solidFill>
                <a:latin typeface="Aptos"/>
                <a:ea typeface="Aptos"/>
                <a:cs typeface="Aptos"/>
              </a:defRPr>
            </a:lvl1pPr>
            <a:lvl2pPr>
              <a:defRPr sz="1650" b="1">
                <a:solidFill>
                  <a:srgbClr val="F6F8FC"/>
                </a:solidFill>
                <a:latin typeface="Aptos"/>
                <a:ea typeface="Aptos"/>
                <a:cs typeface="Aptos"/>
              </a:defRPr>
            </a:lvl2pPr>
            <a:lvl3pPr>
              <a:defRPr sz="1650" b="1">
                <a:solidFill>
                  <a:srgbClr val="F6F8FC"/>
                </a:solidFill>
                <a:latin typeface="Aptos"/>
                <a:ea typeface="Aptos"/>
                <a:cs typeface="Aptos"/>
              </a:defRPr>
            </a:lvl3pPr>
            <a:lvl4pPr>
              <a:defRPr sz="1650" b="1">
                <a:solidFill>
                  <a:srgbClr val="F6F8FC"/>
                </a:solidFill>
                <a:latin typeface="Aptos"/>
                <a:ea typeface="Aptos"/>
                <a:cs typeface="Aptos"/>
              </a:defRPr>
            </a:lvl4pPr>
            <a:lvl5pPr>
              <a:defRPr sz="1650" b="1">
                <a:solidFill>
                  <a:srgbClr val="F6F8FC"/>
                </a:solidFill>
                <a:latin typeface="Aptos"/>
                <a:ea typeface="Aptos"/>
                <a:cs typeface="Aptos"/>
              </a:defRPr>
            </a:lvl5pPr>
            <a:lvl6pPr>
              <a:defRPr sz="1650" b="1">
                <a:solidFill>
                  <a:srgbClr val="F6F8FC"/>
                </a:solidFill>
                <a:latin typeface="Aptos"/>
                <a:ea typeface="Aptos"/>
                <a:cs typeface="Aptos"/>
              </a:defRPr>
            </a:lvl6pPr>
            <a:lvl7pPr>
              <a:defRPr sz="1650" b="1">
                <a:solidFill>
                  <a:srgbClr val="F6F8FC"/>
                </a:solidFill>
                <a:latin typeface="Aptos"/>
                <a:ea typeface="Aptos"/>
                <a:cs typeface="Aptos"/>
              </a:defRPr>
            </a:lvl7pPr>
            <a:lvl8pPr>
              <a:defRPr sz="1650" b="1">
                <a:solidFill>
                  <a:srgbClr val="F6F8FC"/>
                </a:solidFill>
                <a:latin typeface="Aptos"/>
                <a:ea typeface="Aptos"/>
                <a:cs typeface="Aptos"/>
              </a:defRPr>
            </a:lvl8pPr>
            <a:lvl9pPr>
              <a:defRPr sz="1650" b="1">
                <a:solidFill>
                  <a:srgbClr val="F6F8FC"/>
                </a:solidFill>
                <a:latin typeface="Aptos"/>
                <a:ea typeface="Aptos"/>
                <a:cs typeface="Aptos"/>
              </a:defRPr>
            </a:lvl9pPr>
          </a:lstStyle>
          <a:p xmlns:a="http://schemas.openxmlformats.org/drawingml/2006/main">
            <a:pPr>
              <a:defRPr sz="1650" b="1">
                <a:solidFill>
                  <a:srgbClr val="F6F8FC"/>
                </a:solidFill>
                <a:latin typeface="Aptos"/>
                <a:ea typeface="Aptos"/>
                <a:cs typeface="Aptos"/>
              </a:defRPr>
            </a:pPr>
            <a:r>
              <a:rPr sz="1650" b="1">
                <a:solidFill>
                  <a:srgbClr val="F6F8FC"/>
                </a:solidFill>
                <a:latin typeface="Aptos"/>
                <a:ea typeface="Aptos"/>
                <a:cs typeface="Aptos"/>
              </a:rPr>
              <a:t>CURRENT SYSTEM</a:t>
            </a:r>
          </a:p>
        </p:txBody>
      </p:sp>
      <p:sp>
        <p:nvSpPr>
          <p:cNvPr id="10" name="">
            <a:extLst xmlns:a="http://schemas.openxmlformats.org/drawingml/2006/main">
              <a:ext uri="{FF2B5EF4-FFF2-40B4-BE49-F238E27FC236}">
                <a16:creationId xmlns:a16="http://schemas.microsoft.com/office/drawing/2014/main" id="{493A7100-C866-4E45-8612-E6628C272B54}"/>
              </a:ext>
            </a:extLst>
          </p:cNvPr>
          <p:cNvSpPr>
            <a:spLocks xmlns:a="http://schemas.openxmlformats.org/drawingml/2006/main" noGrp="1"/>
          </p:cNvSpPr>
          <p:nvPr/>
        </p:nvSpPr>
        <p:spPr>
          <a:xfrm xmlns:a="http://schemas.openxmlformats.org/drawingml/2006/main">
            <a:off x="1123950" y="3105150"/>
            <a:ext cx="40386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Explicit states</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Timers and collision queries</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Repeatable debugging</a:t>
            </a:r>
          </a:p>
        </p:txBody>
      </p:sp>
      <p:sp>
        <p:nvSpPr>
          <p:cNvPr id="11" name="">
            <a:extLst xmlns:a="http://schemas.openxmlformats.org/drawingml/2006/main">
              <a:ext uri="{FF2B5EF4-FFF2-40B4-BE49-F238E27FC236}">
                <a16:creationId xmlns:a16="http://schemas.microsoft.com/office/drawing/2014/main" id="{5B43DED0-A08A-4FAD-BF26-F716229F1353}"/>
              </a:ext>
            </a:extLst>
          </p:cNvPr>
          <p:cNvSpPr>
            <a:spLocks xmlns:a="http://schemas.openxmlformats.org/drawingml/2006/main" noGrp="1"/>
          </p:cNvSpPr>
          <p:nvPr/>
        </p:nvSpPr>
        <p:spPr>
          <a:xfrm xmlns:a="http://schemas.openxmlformats.org/drawingml/2006/main">
            <a:off x="6858000" y="2619375"/>
            <a:ext cx="4476750" cy="2190750"/>
          </a:xfrm>
          <a:prstGeom xmlns:a="http://schemas.openxmlformats.org/drawingml/2006/main" prst="roundRect">
            <a:avLst>
              <a:gd name="adj" fmla="val 5217"/>
            </a:avLst>
          </a:prstGeom>
          <a:solidFill xmlns:a="http://schemas.openxmlformats.org/drawingml/2006/main">
            <a:srgbClr val="17263D"/>
          </a:solidFill>
          <a:ln xmlns:a="http://schemas.openxmlformats.org/drawingml/2006/main" w="19050">
            <a:solidFill>
              <a:srgbClr val="45D98A"/>
            </a:solidFill>
            <a:prstDash val="solid"/>
          </a:ln>
        </p:spPr>
      </p:sp>
      <p:sp>
        <p:nvSpPr>
          <p:cNvPr id="12" name="">
            <a:extLst xmlns:a="http://schemas.openxmlformats.org/drawingml/2006/main">
              <a:ext uri="{FF2B5EF4-FFF2-40B4-BE49-F238E27FC236}">
                <a16:creationId xmlns:a16="http://schemas.microsoft.com/office/drawing/2014/main" id="{A525C9F6-BE86-43FA-AC18-7D977FF18DBB}"/>
              </a:ext>
            </a:extLst>
          </p:cNvPr>
          <p:cNvSpPr>
            <a:spLocks xmlns:a="http://schemas.openxmlformats.org/drawingml/2006/main" noGrp="1"/>
          </p:cNvSpPr>
          <p:nvPr/>
        </p:nvSpPr>
        <p:spPr>
          <a:xfrm xmlns:a="http://schemas.openxmlformats.org/drawingml/2006/main">
            <a:off x="6858000" y="2619375"/>
            <a:ext cx="95250" cy="219075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63F4CC0-B3A8-4457-941B-B3020B878232}"/>
              </a:ext>
            </a:extLst>
          </p:cNvPr>
          <p:cNvSpPr>
            <a:spLocks xmlns:a="http://schemas.openxmlformats.org/drawingml/2006/main" noGrp="1"/>
          </p:cNvSpPr>
          <p:nvPr/>
        </p:nvSpPr>
        <p:spPr>
          <a:xfrm xmlns:a="http://schemas.openxmlformats.org/drawingml/2006/main">
            <a:off x="7124700" y="2771775"/>
            <a:ext cx="403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defPPr>
              <a:defRPr sz="1650" b="1">
                <a:solidFill>
                  <a:srgbClr val="F6F8FC"/>
                </a:solidFill>
                <a:latin typeface="Aptos"/>
                <a:ea typeface="Aptos"/>
                <a:cs typeface="Aptos"/>
              </a:defRPr>
            </a:defPPr>
            <a:lvl1pPr>
              <a:defRPr sz="1650" b="1">
                <a:solidFill>
                  <a:srgbClr val="F6F8FC"/>
                </a:solidFill>
                <a:latin typeface="Aptos"/>
                <a:ea typeface="Aptos"/>
                <a:cs typeface="Aptos"/>
              </a:defRPr>
            </a:lvl1pPr>
            <a:lvl2pPr>
              <a:defRPr sz="1650" b="1">
                <a:solidFill>
                  <a:srgbClr val="F6F8FC"/>
                </a:solidFill>
                <a:latin typeface="Aptos"/>
                <a:ea typeface="Aptos"/>
                <a:cs typeface="Aptos"/>
              </a:defRPr>
            </a:lvl2pPr>
            <a:lvl3pPr>
              <a:defRPr sz="1650" b="1">
                <a:solidFill>
                  <a:srgbClr val="F6F8FC"/>
                </a:solidFill>
                <a:latin typeface="Aptos"/>
                <a:ea typeface="Aptos"/>
                <a:cs typeface="Aptos"/>
              </a:defRPr>
            </a:lvl3pPr>
            <a:lvl4pPr>
              <a:defRPr sz="1650" b="1">
                <a:solidFill>
                  <a:srgbClr val="F6F8FC"/>
                </a:solidFill>
                <a:latin typeface="Aptos"/>
                <a:ea typeface="Aptos"/>
                <a:cs typeface="Aptos"/>
              </a:defRPr>
            </a:lvl4pPr>
            <a:lvl5pPr>
              <a:defRPr sz="1650" b="1">
                <a:solidFill>
                  <a:srgbClr val="F6F8FC"/>
                </a:solidFill>
                <a:latin typeface="Aptos"/>
                <a:ea typeface="Aptos"/>
                <a:cs typeface="Aptos"/>
              </a:defRPr>
            </a:lvl5pPr>
            <a:lvl6pPr>
              <a:defRPr sz="1650" b="1">
                <a:solidFill>
                  <a:srgbClr val="F6F8FC"/>
                </a:solidFill>
                <a:latin typeface="Aptos"/>
                <a:ea typeface="Aptos"/>
                <a:cs typeface="Aptos"/>
              </a:defRPr>
            </a:lvl6pPr>
            <a:lvl7pPr>
              <a:defRPr sz="1650" b="1">
                <a:solidFill>
                  <a:srgbClr val="F6F8FC"/>
                </a:solidFill>
                <a:latin typeface="Aptos"/>
                <a:ea typeface="Aptos"/>
                <a:cs typeface="Aptos"/>
              </a:defRPr>
            </a:lvl7pPr>
            <a:lvl8pPr>
              <a:defRPr sz="1650" b="1">
                <a:solidFill>
                  <a:srgbClr val="F6F8FC"/>
                </a:solidFill>
                <a:latin typeface="Aptos"/>
                <a:ea typeface="Aptos"/>
                <a:cs typeface="Aptos"/>
              </a:defRPr>
            </a:lvl8pPr>
            <a:lvl9pPr>
              <a:defRPr sz="1650" b="1">
                <a:solidFill>
                  <a:srgbClr val="F6F8FC"/>
                </a:solidFill>
                <a:latin typeface="Aptos"/>
                <a:ea typeface="Aptos"/>
                <a:cs typeface="Aptos"/>
              </a:defRPr>
            </a:lvl9pPr>
          </a:lstStyle>
          <a:p xmlns:a="http://schemas.openxmlformats.org/drawingml/2006/main">
            <a:pPr>
              <a:defRPr sz="1650" b="1">
                <a:solidFill>
                  <a:srgbClr val="F6F8FC"/>
                </a:solidFill>
                <a:latin typeface="Aptos"/>
                <a:ea typeface="Aptos"/>
                <a:cs typeface="Aptos"/>
              </a:defRPr>
            </a:pPr>
            <a:r>
              <a:rPr sz="1650" b="1">
                <a:solidFill>
                  <a:srgbClr val="F6F8FC"/>
                </a:solidFill>
                <a:latin typeface="Aptos"/>
                <a:ea typeface="Aptos"/>
                <a:cs typeface="Aptos"/>
              </a:rPr>
              <a:t>UNREAL-MAP OPTION</a:t>
            </a:r>
          </a:p>
        </p:txBody>
      </p:sp>
      <p:sp>
        <p:nvSpPr>
          <p:cNvPr id="14" name="">
            <a:extLst xmlns:a="http://schemas.openxmlformats.org/drawingml/2006/main">
              <a:ext uri="{FF2B5EF4-FFF2-40B4-BE49-F238E27FC236}">
                <a16:creationId xmlns:a16="http://schemas.microsoft.com/office/drawing/2014/main" id="{5A855312-0287-4784-ADD1-B50FE0AF07F5}"/>
              </a:ext>
            </a:extLst>
          </p:cNvPr>
          <p:cNvSpPr>
            <a:spLocks xmlns:a="http://schemas.openxmlformats.org/drawingml/2006/main" noGrp="1"/>
          </p:cNvSpPr>
          <p:nvPr/>
        </p:nvSpPr>
        <p:spPr>
          <a:xfrm xmlns:a="http://schemas.openxmlformats.org/drawingml/2006/main">
            <a:off x="7124700" y="3105150"/>
            <a:ext cx="40386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Multi-agent reinforcement learning</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External Python training pipeline</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UE 4.27 integration target</a:t>
            </a:r>
          </a:p>
        </p:txBody>
      </p:sp>
      <p:sp>
        <p:nvSpPr>
          <p:cNvPr id="15" name="">
            <a:extLst xmlns:a="http://schemas.openxmlformats.org/drawingml/2006/main">
              <a:ext uri="{FF2B5EF4-FFF2-40B4-BE49-F238E27FC236}">
                <a16:creationId xmlns:a16="http://schemas.microsoft.com/office/drawing/2014/main" id="{95CBE490-4103-407C-9F5C-7708259A6803}"/>
              </a:ext>
            </a:extLst>
          </p:cNvPr>
          <p:cNvSpPr>
            <a:spLocks xmlns:a="http://schemas.openxmlformats.org/drawingml/2006/main" noGrp="1"/>
          </p:cNvSpPr>
          <p:nvPr/>
        </p:nvSpPr>
        <p:spPr>
          <a:xfrm xmlns:a="http://schemas.openxmlformats.org/drawingml/2006/main">
            <a:off x="2286000" y="51244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defPPr>
              <a:defRPr sz="1425" b="1">
                <a:solidFill>
                  <a:srgbClr val="4BA8FF"/>
                </a:solidFill>
                <a:latin typeface="Aptos"/>
                <a:ea typeface="Aptos"/>
                <a:cs typeface="Aptos"/>
              </a:defRPr>
            </a:defPPr>
            <a:lvl1pPr>
              <a:defRPr sz="1425" b="1">
                <a:solidFill>
                  <a:srgbClr val="4BA8FF"/>
                </a:solidFill>
                <a:latin typeface="Aptos"/>
                <a:ea typeface="Aptos"/>
                <a:cs typeface="Aptos"/>
              </a:defRPr>
            </a:lvl1pPr>
            <a:lvl2pPr>
              <a:defRPr sz="1425" b="1">
                <a:solidFill>
                  <a:srgbClr val="4BA8FF"/>
                </a:solidFill>
                <a:latin typeface="Aptos"/>
                <a:ea typeface="Aptos"/>
                <a:cs typeface="Aptos"/>
              </a:defRPr>
            </a:lvl2pPr>
            <a:lvl3pPr>
              <a:defRPr sz="1425" b="1">
                <a:solidFill>
                  <a:srgbClr val="4BA8FF"/>
                </a:solidFill>
                <a:latin typeface="Aptos"/>
                <a:ea typeface="Aptos"/>
                <a:cs typeface="Aptos"/>
              </a:defRPr>
            </a:lvl3pPr>
            <a:lvl4pPr>
              <a:defRPr sz="1425" b="1">
                <a:solidFill>
                  <a:srgbClr val="4BA8FF"/>
                </a:solidFill>
                <a:latin typeface="Aptos"/>
                <a:ea typeface="Aptos"/>
                <a:cs typeface="Aptos"/>
              </a:defRPr>
            </a:lvl4pPr>
            <a:lvl5pPr>
              <a:defRPr sz="1425" b="1">
                <a:solidFill>
                  <a:srgbClr val="4BA8FF"/>
                </a:solidFill>
                <a:latin typeface="Aptos"/>
                <a:ea typeface="Aptos"/>
                <a:cs typeface="Aptos"/>
              </a:defRPr>
            </a:lvl5pPr>
            <a:lvl6pPr>
              <a:defRPr sz="1425" b="1">
                <a:solidFill>
                  <a:srgbClr val="4BA8FF"/>
                </a:solidFill>
                <a:latin typeface="Aptos"/>
                <a:ea typeface="Aptos"/>
                <a:cs typeface="Aptos"/>
              </a:defRPr>
            </a:lvl6pPr>
            <a:lvl7pPr>
              <a:defRPr sz="1425" b="1">
                <a:solidFill>
                  <a:srgbClr val="4BA8FF"/>
                </a:solidFill>
                <a:latin typeface="Aptos"/>
                <a:ea typeface="Aptos"/>
                <a:cs typeface="Aptos"/>
              </a:defRPr>
            </a:lvl7pPr>
            <a:lvl8pPr>
              <a:defRPr sz="1425" b="1">
                <a:solidFill>
                  <a:srgbClr val="4BA8FF"/>
                </a:solidFill>
                <a:latin typeface="Aptos"/>
                <a:ea typeface="Aptos"/>
                <a:cs typeface="Aptos"/>
              </a:defRPr>
            </a:lvl8pPr>
            <a:lvl9pPr>
              <a:defRPr sz="1425" b="1">
                <a:solidFill>
                  <a:srgbClr val="4BA8FF"/>
                </a:solidFill>
                <a:latin typeface="Aptos"/>
                <a:ea typeface="Aptos"/>
                <a:cs typeface="Aptos"/>
              </a:defRPr>
            </a:lvl9pPr>
          </a:lstStyle>
          <a:p xmlns:a="http://schemas.openxmlformats.org/drawingml/2006/main">
            <a:pPr>
              <a:defRPr sz="1425" b="1">
                <a:solidFill>
                  <a:srgbClr val="4BA8FF"/>
                </a:solidFill>
                <a:latin typeface="Aptos"/>
                <a:ea typeface="Aptos"/>
                <a:cs typeface="Aptos"/>
              </a:defRPr>
            </a:pPr>
            <a:r>
              <a:rPr sz="1425" b="1">
                <a:solidFill>
                  <a:srgbClr val="4BA8FF"/>
                </a:solidFill>
                <a:latin typeface="Aptos"/>
                <a:ea typeface="Aptos"/>
                <a:cs typeface="Aptos"/>
              </a:rPr>
              <a:t>Chosen</a:t>
            </a:r>
          </a:p>
        </p:txBody>
      </p:sp>
      <p:sp>
        <p:nvSpPr>
          <p:cNvPr id="16" name="">
            <a:extLst xmlns:a="http://schemas.openxmlformats.org/drawingml/2006/main">
              <a:ext uri="{FF2B5EF4-FFF2-40B4-BE49-F238E27FC236}">
                <a16:creationId xmlns:a16="http://schemas.microsoft.com/office/drawing/2014/main" id="{1FDE691F-1259-4CCF-834A-CED47B118C84}"/>
              </a:ext>
            </a:extLst>
          </p:cNvPr>
          <p:cNvSpPr>
            <a:spLocks xmlns:a="http://schemas.openxmlformats.org/drawingml/2006/main" noGrp="1"/>
          </p:cNvSpPr>
          <p:nvPr/>
        </p:nvSpPr>
        <p:spPr>
          <a:xfrm xmlns:a="http://schemas.openxmlformats.org/drawingml/2006/main">
            <a:off x="8286750" y="51244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defPPr>
              <a:defRPr sz="1425" b="1">
                <a:solidFill>
                  <a:srgbClr val="45D98A"/>
                </a:solidFill>
                <a:latin typeface="Aptos"/>
                <a:ea typeface="Aptos"/>
                <a:cs typeface="Aptos"/>
              </a:defRPr>
            </a:defPPr>
            <a:lvl1pPr>
              <a:defRPr sz="1425" b="1">
                <a:solidFill>
                  <a:srgbClr val="45D98A"/>
                </a:solidFill>
                <a:latin typeface="Aptos"/>
                <a:ea typeface="Aptos"/>
                <a:cs typeface="Aptos"/>
              </a:defRPr>
            </a:lvl1pPr>
            <a:lvl2pPr>
              <a:defRPr sz="1425" b="1">
                <a:solidFill>
                  <a:srgbClr val="45D98A"/>
                </a:solidFill>
                <a:latin typeface="Aptos"/>
                <a:ea typeface="Aptos"/>
                <a:cs typeface="Aptos"/>
              </a:defRPr>
            </a:lvl2pPr>
            <a:lvl3pPr>
              <a:defRPr sz="1425" b="1">
                <a:solidFill>
                  <a:srgbClr val="45D98A"/>
                </a:solidFill>
                <a:latin typeface="Aptos"/>
                <a:ea typeface="Aptos"/>
                <a:cs typeface="Aptos"/>
              </a:defRPr>
            </a:lvl3pPr>
            <a:lvl4pPr>
              <a:defRPr sz="1425" b="1">
                <a:solidFill>
                  <a:srgbClr val="45D98A"/>
                </a:solidFill>
                <a:latin typeface="Aptos"/>
                <a:ea typeface="Aptos"/>
                <a:cs typeface="Aptos"/>
              </a:defRPr>
            </a:lvl4pPr>
            <a:lvl5pPr>
              <a:defRPr sz="1425" b="1">
                <a:solidFill>
                  <a:srgbClr val="45D98A"/>
                </a:solidFill>
                <a:latin typeface="Aptos"/>
                <a:ea typeface="Aptos"/>
                <a:cs typeface="Aptos"/>
              </a:defRPr>
            </a:lvl5pPr>
            <a:lvl6pPr>
              <a:defRPr sz="1425" b="1">
                <a:solidFill>
                  <a:srgbClr val="45D98A"/>
                </a:solidFill>
                <a:latin typeface="Aptos"/>
                <a:ea typeface="Aptos"/>
                <a:cs typeface="Aptos"/>
              </a:defRPr>
            </a:lvl6pPr>
            <a:lvl7pPr>
              <a:defRPr sz="1425" b="1">
                <a:solidFill>
                  <a:srgbClr val="45D98A"/>
                </a:solidFill>
                <a:latin typeface="Aptos"/>
                <a:ea typeface="Aptos"/>
                <a:cs typeface="Aptos"/>
              </a:defRPr>
            </a:lvl7pPr>
            <a:lvl8pPr>
              <a:defRPr sz="1425" b="1">
                <a:solidFill>
                  <a:srgbClr val="45D98A"/>
                </a:solidFill>
                <a:latin typeface="Aptos"/>
                <a:ea typeface="Aptos"/>
                <a:cs typeface="Aptos"/>
              </a:defRPr>
            </a:lvl8pPr>
            <a:lvl9pPr>
              <a:defRPr sz="1425" b="1">
                <a:solidFill>
                  <a:srgbClr val="45D98A"/>
                </a:solidFill>
                <a:latin typeface="Aptos"/>
                <a:ea typeface="Aptos"/>
                <a:cs typeface="Aptos"/>
              </a:defRPr>
            </a:lvl9pPr>
          </a:lstStyle>
          <a:p xmlns:a="http://schemas.openxmlformats.org/drawingml/2006/main">
            <a:pPr>
              <a:defRPr sz="1425" b="1">
                <a:solidFill>
                  <a:srgbClr val="45D98A"/>
                </a:solidFill>
                <a:latin typeface="Aptos"/>
                <a:ea typeface="Aptos"/>
                <a:cs typeface="Aptos"/>
              </a:defRPr>
            </a:pPr>
            <a:r>
              <a:rPr sz="1425" b="1">
                <a:solidFill>
                  <a:srgbClr val="45D98A"/>
                </a:solidFill>
                <a:latin typeface="Aptos"/>
                <a:ea typeface="Aptos"/>
                <a:cs typeface="Aptos"/>
              </a:rPr>
              <a:t>Future research</a:t>
            </a:r>
          </a:p>
        </p:txBody>
      </p:sp>
      <p:sp>
        <p:nvSpPr>
          <p:cNvPr id="17" name="">
            <a:extLst xmlns:a="http://schemas.openxmlformats.org/drawingml/2006/main">
              <a:ext uri="{FF2B5EF4-FFF2-40B4-BE49-F238E27FC236}">
                <a16:creationId xmlns:a16="http://schemas.microsoft.com/office/drawing/2014/main" id="{087645FF-185C-481C-9771-89AF499CF7BC}"/>
              </a:ext>
            </a:extLst>
          </p:cNvPr>
          <p:cNvSpPr>
            <a:spLocks xmlns:a="http://schemas.openxmlformats.org/drawingml/2006/main" noGrp="1"/>
          </p:cNvSpPr>
          <p:nvPr/>
        </p:nvSpPr>
        <p:spPr>
          <a:xfrm xmlns:a="http://schemas.openxmlformats.org/drawingml/2006/main">
            <a:off x="2571750" y="5734050"/>
            <a:ext cx="704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889"/>
          </a:bodyPr>
          <a:lstStyle xmlns:a="http://schemas.openxmlformats.org/drawingml/2006/main">
            <a:defPPr>
              <a:defRPr sz="1575" b="1">
                <a:solidFill>
                  <a:srgbClr val="F6F8FC"/>
                </a:solidFill>
                <a:latin typeface="Aptos"/>
                <a:ea typeface="Aptos"/>
                <a:cs typeface="Aptos"/>
              </a:defRPr>
            </a:defPPr>
            <a:lvl1pPr>
              <a:defRPr sz="1575" b="1">
                <a:solidFill>
                  <a:srgbClr val="F6F8FC"/>
                </a:solidFill>
                <a:latin typeface="Aptos"/>
                <a:ea typeface="Aptos"/>
                <a:cs typeface="Aptos"/>
              </a:defRPr>
            </a:lvl1pPr>
            <a:lvl2pPr>
              <a:defRPr sz="1575" b="1">
                <a:solidFill>
                  <a:srgbClr val="F6F8FC"/>
                </a:solidFill>
                <a:latin typeface="Aptos"/>
                <a:ea typeface="Aptos"/>
                <a:cs typeface="Aptos"/>
              </a:defRPr>
            </a:lvl2pPr>
            <a:lvl3pPr>
              <a:defRPr sz="1575" b="1">
                <a:solidFill>
                  <a:srgbClr val="F6F8FC"/>
                </a:solidFill>
                <a:latin typeface="Aptos"/>
                <a:ea typeface="Aptos"/>
                <a:cs typeface="Aptos"/>
              </a:defRPr>
            </a:lvl3pPr>
            <a:lvl4pPr>
              <a:defRPr sz="1575" b="1">
                <a:solidFill>
                  <a:srgbClr val="F6F8FC"/>
                </a:solidFill>
                <a:latin typeface="Aptos"/>
                <a:ea typeface="Aptos"/>
                <a:cs typeface="Aptos"/>
              </a:defRPr>
            </a:lvl4pPr>
            <a:lvl5pPr>
              <a:defRPr sz="1575" b="1">
                <a:solidFill>
                  <a:srgbClr val="F6F8FC"/>
                </a:solidFill>
                <a:latin typeface="Aptos"/>
                <a:ea typeface="Aptos"/>
                <a:cs typeface="Aptos"/>
              </a:defRPr>
            </a:lvl5pPr>
            <a:lvl6pPr>
              <a:defRPr sz="1575" b="1">
                <a:solidFill>
                  <a:srgbClr val="F6F8FC"/>
                </a:solidFill>
                <a:latin typeface="Aptos"/>
                <a:ea typeface="Aptos"/>
                <a:cs typeface="Aptos"/>
              </a:defRPr>
            </a:lvl6pPr>
            <a:lvl7pPr>
              <a:defRPr sz="1575" b="1">
                <a:solidFill>
                  <a:srgbClr val="F6F8FC"/>
                </a:solidFill>
                <a:latin typeface="Aptos"/>
                <a:ea typeface="Aptos"/>
                <a:cs typeface="Aptos"/>
              </a:defRPr>
            </a:lvl7pPr>
            <a:lvl8pPr>
              <a:defRPr sz="1575" b="1">
                <a:solidFill>
                  <a:srgbClr val="F6F8FC"/>
                </a:solidFill>
                <a:latin typeface="Aptos"/>
                <a:ea typeface="Aptos"/>
                <a:cs typeface="Aptos"/>
              </a:defRPr>
            </a:lvl8pPr>
            <a:lvl9pPr>
              <a:defRPr sz="1575" b="1">
                <a:solidFill>
                  <a:srgbClr val="F6F8FC"/>
                </a:solidFill>
                <a:latin typeface="Aptos"/>
                <a:ea typeface="Aptos"/>
                <a:cs typeface="Aptos"/>
              </a:defRPr>
            </a:lvl9pPr>
          </a:lstStyle>
          <a:p xmlns:a="http://schemas.openxmlformats.org/drawingml/2006/main">
            <a:pPr>
              <a:defRPr sz="1575" b="1">
                <a:solidFill>
                  <a:srgbClr val="F6F8FC"/>
                </a:solidFill>
                <a:latin typeface="Aptos"/>
                <a:ea typeface="Aptos"/>
                <a:cs typeface="Aptos"/>
              </a:defRPr>
            </a:pPr>
            <a:r>
              <a:rPr sz="1575" b="1">
                <a:solidFill>
                  <a:srgbClr val="F6F8FC"/>
                </a:solidFill>
                <a:latin typeface="Aptos"/>
                <a:ea typeface="Aptos"/>
                <a:cs typeface="Aptos"/>
              </a:rPr>
              <a:t>The implemented system remains directly tunable inside Unreal</a:t>
            </a:r>
          </a:p>
        </p:txBody>
      </p:sp>
    </p:spTree>
    <p:extLst>
      <p:ext uri="{BB962C8B-B14F-4D97-AF65-F5344CB8AC3E}">
        <p14:creationId xmlns:p14="http://schemas.microsoft.com/office/powerpoint/2010/main" val="1794177157"/>
      </p:ext>
    </p:extLst>
  </p:cSld>
</p:sld>
</file>

<file path=ppt/slides/slide11.xml><?xml version="1.0" encoding="utf-8"?>
<p:sld xmlns:p="http://schemas.openxmlformats.org/presentationml/2006/main">
  <p:cSld>
    <p:bg>
      <p:bgPr>
        <a:solidFill xmlns:a="http://schemas.openxmlformats.org/drawingml/2006/main">
          <a:srgbClr val="0911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6D0E4E8-EB25-499E-97E5-EAFB2986410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A279C4-C6DF-43DA-83A3-2F815F5DD156}"/>
              </a:ext>
            </a:extLst>
          </p:cNvPr>
          <p:cNvSpPr>
            <a:spLocks xmlns:a="http://schemas.openxmlformats.org/drawingml/2006/main" noGrp="1"/>
          </p:cNvSpPr>
          <p:nvPr/>
        </p:nvSpPr>
        <p:spPr>
          <a:xfrm xmlns:a="http://schemas.openxmlformats.org/drawingml/2006/main">
            <a:off x="685800" y="2857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308"/>
          </a:bodyPr>
          <a:lstStyle xmlns:a="http://schemas.openxmlformats.org/drawingml/2006/main">
            <a:defPPr>
              <a:defRPr sz="975" b="1">
                <a:solidFill>
                  <a:srgbClr val="4BA8FF"/>
                </a:solidFill>
                <a:latin typeface="Aptos"/>
                <a:ea typeface="Aptos"/>
                <a:cs typeface="Aptos"/>
              </a:defRPr>
            </a:defPPr>
            <a:lvl1pPr>
              <a:defRPr sz="975" b="1">
                <a:solidFill>
                  <a:srgbClr val="4BA8FF"/>
                </a:solidFill>
                <a:latin typeface="Aptos"/>
                <a:ea typeface="Aptos"/>
                <a:cs typeface="Aptos"/>
              </a:defRPr>
            </a:lvl1pPr>
            <a:lvl2pPr>
              <a:defRPr sz="975" b="1">
                <a:solidFill>
                  <a:srgbClr val="4BA8FF"/>
                </a:solidFill>
                <a:latin typeface="Aptos"/>
                <a:ea typeface="Aptos"/>
                <a:cs typeface="Aptos"/>
              </a:defRPr>
            </a:lvl2pPr>
            <a:lvl3pPr>
              <a:defRPr sz="975" b="1">
                <a:solidFill>
                  <a:srgbClr val="4BA8FF"/>
                </a:solidFill>
                <a:latin typeface="Aptos"/>
                <a:ea typeface="Aptos"/>
                <a:cs typeface="Aptos"/>
              </a:defRPr>
            </a:lvl3pPr>
            <a:lvl4pPr>
              <a:defRPr sz="975" b="1">
                <a:solidFill>
                  <a:srgbClr val="4BA8FF"/>
                </a:solidFill>
                <a:latin typeface="Aptos"/>
                <a:ea typeface="Aptos"/>
                <a:cs typeface="Aptos"/>
              </a:defRPr>
            </a:lvl4pPr>
            <a:lvl5pPr>
              <a:defRPr sz="975" b="1">
                <a:solidFill>
                  <a:srgbClr val="4BA8FF"/>
                </a:solidFill>
                <a:latin typeface="Aptos"/>
                <a:ea typeface="Aptos"/>
                <a:cs typeface="Aptos"/>
              </a:defRPr>
            </a:lvl5pPr>
            <a:lvl6pPr>
              <a:defRPr sz="975" b="1">
                <a:solidFill>
                  <a:srgbClr val="4BA8FF"/>
                </a:solidFill>
                <a:latin typeface="Aptos"/>
                <a:ea typeface="Aptos"/>
                <a:cs typeface="Aptos"/>
              </a:defRPr>
            </a:lvl6pPr>
            <a:lvl7pPr>
              <a:defRPr sz="975" b="1">
                <a:solidFill>
                  <a:srgbClr val="4BA8FF"/>
                </a:solidFill>
                <a:latin typeface="Aptos"/>
                <a:ea typeface="Aptos"/>
                <a:cs typeface="Aptos"/>
              </a:defRPr>
            </a:lvl7pPr>
            <a:lvl8pPr>
              <a:defRPr sz="975" b="1">
                <a:solidFill>
                  <a:srgbClr val="4BA8FF"/>
                </a:solidFill>
                <a:latin typeface="Aptos"/>
                <a:ea typeface="Aptos"/>
                <a:cs typeface="Aptos"/>
              </a:defRPr>
            </a:lvl8pPr>
            <a:lvl9pPr>
              <a:defRPr sz="975" b="1">
                <a:solidFill>
                  <a:srgbClr val="4BA8FF"/>
                </a:solidFill>
                <a:latin typeface="Aptos"/>
                <a:ea typeface="Aptos"/>
                <a:cs typeface="Aptos"/>
              </a:defRPr>
            </a:lvl9pPr>
          </a:lstStyle>
          <a:p xmlns:a="http://schemas.openxmlformats.org/drawingml/2006/main">
            <a:pPr>
              <a:defRPr sz="975" b="1">
                <a:solidFill>
                  <a:srgbClr val="4BA8FF"/>
                </a:solidFill>
                <a:latin typeface="Aptos"/>
                <a:ea typeface="Aptos"/>
                <a:cs typeface="Aptos"/>
              </a:defRPr>
            </a:pPr>
            <a:r>
              <a:rPr sz="975" b="1">
                <a:solidFill>
                  <a:srgbClr val="4BA8FF"/>
                </a:solidFill>
                <a:latin typeface="Aptos"/>
                <a:ea typeface="Aptos"/>
                <a:cs typeface="Aptos"/>
              </a:rPr>
              <a:t>PROJECT STATUS</a:t>
            </a:r>
          </a:p>
        </p:txBody>
      </p:sp>
      <p:sp>
        <p:nvSpPr>
          <p:cNvPr id="3" name="">
            <a:extLst xmlns:a="http://schemas.openxmlformats.org/drawingml/2006/main">
              <a:ext uri="{FF2B5EF4-FFF2-40B4-BE49-F238E27FC236}">
                <a16:creationId xmlns:a16="http://schemas.microsoft.com/office/drawing/2014/main" id="{868BA81C-2B7A-4A60-A976-7F1C9A471F57}"/>
              </a:ext>
            </a:extLst>
          </p:cNvPr>
          <p:cNvSpPr>
            <a:spLocks xmlns:a="http://schemas.openxmlformats.org/drawingml/2006/main" noGrp="1"/>
          </p:cNvSpPr>
          <p:nvPr/>
        </p:nvSpPr>
        <p:spPr>
          <a:xfrm xmlns:a="http://schemas.openxmlformats.org/drawingml/2006/main">
            <a:off x="685800" y="6381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625" b="1">
                <a:solidFill>
                  <a:srgbClr val="F6F8FC"/>
                </a:solidFill>
                <a:latin typeface="Aptos"/>
                <a:ea typeface="Aptos"/>
                <a:cs typeface="Aptos"/>
              </a:defRPr>
            </a:defPPr>
            <a:lvl1pPr>
              <a:defRPr sz="2625" b="1">
                <a:solidFill>
                  <a:srgbClr val="F6F8FC"/>
                </a:solidFill>
                <a:latin typeface="Aptos"/>
                <a:ea typeface="Aptos"/>
                <a:cs typeface="Aptos"/>
              </a:defRPr>
            </a:lvl1pPr>
            <a:lvl2pPr>
              <a:defRPr sz="2625" b="1">
                <a:solidFill>
                  <a:srgbClr val="F6F8FC"/>
                </a:solidFill>
                <a:latin typeface="Aptos"/>
                <a:ea typeface="Aptos"/>
                <a:cs typeface="Aptos"/>
              </a:defRPr>
            </a:lvl2pPr>
            <a:lvl3pPr>
              <a:defRPr sz="2625" b="1">
                <a:solidFill>
                  <a:srgbClr val="F6F8FC"/>
                </a:solidFill>
                <a:latin typeface="Aptos"/>
                <a:ea typeface="Aptos"/>
                <a:cs typeface="Aptos"/>
              </a:defRPr>
            </a:lvl3pPr>
            <a:lvl4pPr>
              <a:defRPr sz="2625" b="1">
                <a:solidFill>
                  <a:srgbClr val="F6F8FC"/>
                </a:solidFill>
                <a:latin typeface="Aptos"/>
                <a:ea typeface="Aptos"/>
                <a:cs typeface="Aptos"/>
              </a:defRPr>
            </a:lvl4pPr>
            <a:lvl5pPr>
              <a:defRPr sz="2625" b="1">
                <a:solidFill>
                  <a:srgbClr val="F6F8FC"/>
                </a:solidFill>
                <a:latin typeface="Aptos"/>
                <a:ea typeface="Aptos"/>
                <a:cs typeface="Aptos"/>
              </a:defRPr>
            </a:lvl5pPr>
            <a:lvl6pPr>
              <a:defRPr sz="2625" b="1">
                <a:solidFill>
                  <a:srgbClr val="F6F8FC"/>
                </a:solidFill>
                <a:latin typeface="Aptos"/>
                <a:ea typeface="Aptos"/>
                <a:cs typeface="Aptos"/>
              </a:defRPr>
            </a:lvl6pPr>
            <a:lvl7pPr>
              <a:defRPr sz="2625" b="1">
                <a:solidFill>
                  <a:srgbClr val="F6F8FC"/>
                </a:solidFill>
                <a:latin typeface="Aptos"/>
                <a:ea typeface="Aptos"/>
                <a:cs typeface="Aptos"/>
              </a:defRPr>
            </a:lvl7pPr>
            <a:lvl8pPr>
              <a:defRPr sz="2625" b="1">
                <a:solidFill>
                  <a:srgbClr val="F6F8FC"/>
                </a:solidFill>
                <a:latin typeface="Aptos"/>
                <a:ea typeface="Aptos"/>
                <a:cs typeface="Aptos"/>
              </a:defRPr>
            </a:lvl8pPr>
            <a:lvl9pPr>
              <a:defRPr sz="2625" b="1">
                <a:solidFill>
                  <a:srgbClr val="F6F8FC"/>
                </a:solidFill>
                <a:latin typeface="Aptos"/>
                <a:ea typeface="Aptos"/>
                <a:cs typeface="Aptos"/>
              </a:defRPr>
            </a:lvl9pPr>
          </a:lstStyle>
          <a:p xmlns:a="http://schemas.openxmlformats.org/drawingml/2006/main">
            <a:pPr>
              <a:defRPr sz="2625" b="1">
                <a:solidFill>
                  <a:srgbClr val="F6F8FC"/>
                </a:solidFill>
                <a:latin typeface="Aptos"/>
                <a:ea typeface="Aptos"/>
                <a:cs typeface="Aptos"/>
              </a:defRPr>
            </a:pPr>
            <a:r>
              <a:rPr sz="2625" b="1">
                <a:solidFill>
                  <a:srgbClr val="F6F8FC"/>
                </a:solidFill>
                <a:latin typeface="Aptos"/>
                <a:ea typeface="Aptos"/>
                <a:cs typeface="Aptos"/>
              </a:rPr>
              <a:t>Verification and current limits</a:t>
            </a:r>
          </a:p>
        </p:txBody>
      </p:sp>
      <p:sp>
        <p:nvSpPr>
          <p:cNvPr id="4" name="">
            <a:extLst xmlns:a="http://schemas.openxmlformats.org/drawingml/2006/main">
              <a:ext uri="{FF2B5EF4-FFF2-40B4-BE49-F238E27FC236}">
                <a16:creationId xmlns:a16="http://schemas.microsoft.com/office/drawing/2014/main" id="{A298720D-6F40-44A1-9EDE-94AFFAC52459}"/>
              </a:ext>
            </a:extLst>
          </p:cNvPr>
          <p:cNvSpPr>
            <a:spLocks xmlns:a="http://schemas.openxmlformats.org/drawingml/2006/main" noGrp="1"/>
          </p:cNvSpPr>
          <p:nvPr/>
        </p:nvSpPr>
        <p:spPr>
          <a:xfrm xmlns:a="http://schemas.openxmlformats.org/drawingml/2006/main">
            <a:off x="609600" y="1304925"/>
            <a:ext cx="10972800" cy="2857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728E39E-D8D3-4E11-9C0D-075B656B6112}"/>
              </a:ext>
            </a:extLst>
          </p:cNvPr>
          <p:cNvSpPr>
            <a:spLocks xmlns:a="http://schemas.openxmlformats.org/drawingml/2006/main" noGrp="1"/>
          </p:cNvSpPr>
          <p:nvPr/>
        </p:nvSpPr>
        <p:spPr>
          <a:xfrm xmlns:a="http://schemas.openxmlformats.org/drawingml/2006/main">
            <a:off x="11029950" y="63722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222"/>
          </a:bodyPr>
          <a:lstStyle xmlns:a="http://schemas.openxmlformats.org/drawingml/2006/main">
            <a:defPPr>
              <a:defRPr sz="900" b="1">
                <a:solidFill>
                  <a:srgbClr val="A9B7CB"/>
                </a:solidFill>
                <a:latin typeface="Aptos"/>
                <a:ea typeface="Aptos"/>
                <a:cs typeface="Aptos"/>
              </a:defRPr>
            </a:defPPr>
            <a:lvl1pPr>
              <a:defRPr sz="900" b="1">
                <a:solidFill>
                  <a:srgbClr val="A9B7CB"/>
                </a:solidFill>
                <a:latin typeface="Aptos"/>
                <a:ea typeface="Aptos"/>
                <a:cs typeface="Aptos"/>
              </a:defRPr>
            </a:lvl1pPr>
            <a:lvl2pPr>
              <a:defRPr sz="900" b="1">
                <a:solidFill>
                  <a:srgbClr val="A9B7CB"/>
                </a:solidFill>
                <a:latin typeface="Aptos"/>
                <a:ea typeface="Aptos"/>
                <a:cs typeface="Aptos"/>
              </a:defRPr>
            </a:lvl2pPr>
            <a:lvl3pPr>
              <a:defRPr sz="900" b="1">
                <a:solidFill>
                  <a:srgbClr val="A9B7CB"/>
                </a:solidFill>
                <a:latin typeface="Aptos"/>
                <a:ea typeface="Aptos"/>
                <a:cs typeface="Aptos"/>
              </a:defRPr>
            </a:lvl3pPr>
            <a:lvl4pPr>
              <a:defRPr sz="900" b="1">
                <a:solidFill>
                  <a:srgbClr val="A9B7CB"/>
                </a:solidFill>
                <a:latin typeface="Aptos"/>
                <a:ea typeface="Aptos"/>
                <a:cs typeface="Aptos"/>
              </a:defRPr>
            </a:lvl4pPr>
            <a:lvl5pPr>
              <a:defRPr sz="900" b="1">
                <a:solidFill>
                  <a:srgbClr val="A9B7CB"/>
                </a:solidFill>
                <a:latin typeface="Aptos"/>
                <a:ea typeface="Aptos"/>
                <a:cs typeface="Aptos"/>
              </a:defRPr>
            </a:lvl5pPr>
            <a:lvl6pPr>
              <a:defRPr sz="900" b="1">
                <a:solidFill>
                  <a:srgbClr val="A9B7CB"/>
                </a:solidFill>
                <a:latin typeface="Aptos"/>
                <a:ea typeface="Aptos"/>
                <a:cs typeface="Aptos"/>
              </a:defRPr>
            </a:lvl6pPr>
            <a:lvl7pPr>
              <a:defRPr sz="900" b="1">
                <a:solidFill>
                  <a:srgbClr val="A9B7CB"/>
                </a:solidFill>
                <a:latin typeface="Aptos"/>
                <a:ea typeface="Aptos"/>
                <a:cs typeface="Aptos"/>
              </a:defRPr>
            </a:lvl7pPr>
            <a:lvl8pPr>
              <a:defRPr sz="900" b="1">
                <a:solidFill>
                  <a:srgbClr val="A9B7CB"/>
                </a:solidFill>
                <a:latin typeface="Aptos"/>
                <a:ea typeface="Aptos"/>
                <a:cs typeface="Aptos"/>
              </a:defRPr>
            </a:lvl8pPr>
            <a:lvl9pPr>
              <a:defRPr sz="900" b="1">
                <a:solidFill>
                  <a:srgbClr val="A9B7CB"/>
                </a:solidFill>
                <a:latin typeface="Aptos"/>
                <a:ea typeface="Aptos"/>
                <a:cs typeface="Aptos"/>
              </a:defRPr>
            </a:lvl9pPr>
          </a:lstStyle>
          <a:p xmlns:a="http://schemas.openxmlformats.org/drawingml/2006/main">
            <a:pPr>
              <a:defRPr sz="900" b="1">
                <a:solidFill>
                  <a:srgbClr val="A9B7CB"/>
                </a:solidFill>
                <a:latin typeface="Aptos"/>
                <a:ea typeface="Aptos"/>
                <a:cs typeface="Aptos"/>
              </a:defRPr>
            </a:pPr>
            <a:r>
              <a:rPr sz="900" b="1">
                <a:solidFill>
                  <a:srgbClr val="A9B7CB"/>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BBE5AAE1-A8D1-46A0-A706-A9822B0F9509}"/>
              </a:ext>
            </a:extLst>
          </p:cNvPr>
          <p:cNvSpPr>
            <a:spLocks xmlns:a="http://schemas.openxmlformats.org/drawingml/2006/main" noGrp="1"/>
          </p:cNvSpPr>
          <p:nvPr/>
        </p:nvSpPr>
        <p:spPr>
          <a:xfrm xmlns:a="http://schemas.openxmlformats.org/drawingml/2006/main">
            <a:off x="742950" y="2095500"/>
            <a:ext cx="4905375" cy="2857500"/>
          </a:xfrm>
          <a:prstGeom xmlns:a="http://schemas.openxmlformats.org/drawingml/2006/main" prst="roundRect">
            <a:avLst>
              <a:gd name="adj" fmla="val 4000"/>
            </a:avLst>
          </a:prstGeom>
          <a:solidFill xmlns:a="http://schemas.openxmlformats.org/drawingml/2006/main">
            <a:srgbClr val="17263D"/>
          </a:solidFill>
          <a:ln xmlns:a="http://schemas.openxmlformats.org/drawingml/2006/main" w="19050">
            <a:solidFill>
              <a:srgbClr val="45D98A"/>
            </a:solidFill>
            <a:prstDash val="solid"/>
          </a:ln>
        </p:spPr>
      </p:sp>
      <p:sp>
        <p:nvSpPr>
          <p:cNvPr id="7" name="">
            <a:extLst xmlns:a="http://schemas.openxmlformats.org/drawingml/2006/main">
              <a:ext uri="{FF2B5EF4-FFF2-40B4-BE49-F238E27FC236}">
                <a16:creationId xmlns:a16="http://schemas.microsoft.com/office/drawing/2014/main" id="{ABD837F2-C779-4491-82E8-07170454C375}"/>
              </a:ext>
            </a:extLst>
          </p:cNvPr>
          <p:cNvSpPr>
            <a:spLocks xmlns:a="http://schemas.openxmlformats.org/drawingml/2006/main" noGrp="1"/>
          </p:cNvSpPr>
          <p:nvPr/>
        </p:nvSpPr>
        <p:spPr>
          <a:xfrm xmlns:a="http://schemas.openxmlformats.org/drawingml/2006/main">
            <a:off x="742950" y="2095500"/>
            <a:ext cx="95250" cy="2857500"/>
          </a:xfrm>
          <a:prstGeom xmlns:a="http://schemas.openxmlformats.org/drawingml/2006/main" prst="rect">
            <a:avLst/>
          </a:prstGeom>
          <a:solidFill xmlns:a="http://schemas.openxmlformats.org/drawingml/2006/main">
            <a:srgbClr val="45D98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F6A4BDB-B816-45CF-8A58-6DA2CD8562A1}"/>
              </a:ext>
            </a:extLst>
          </p:cNvPr>
          <p:cNvSpPr>
            <a:spLocks xmlns:a="http://schemas.openxmlformats.org/drawingml/2006/main" noGrp="1"/>
          </p:cNvSpPr>
          <p:nvPr/>
        </p:nvSpPr>
        <p:spPr>
          <a:xfrm xmlns:a="http://schemas.openxmlformats.org/drawingml/2006/main">
            <a:off x="1009650" y="2247900"/>
            <a:ext cx="44672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22"/>
          </a:bodyPr>
          <a:lstStyle xmlns:a="http://schemas.openxmlformats.org/drawingml/2006/main">
            <a:defPPr>
              <a:defRPr sz="1800" b="1">
                <a:solidFill>
                  <a:srgbClr val="F6F8FC"/>
                </a:solidFill>
                <a:latin typeface="Aptos"/>
                <a:ea typeface="Aptos"/>
                <a:cs typeface="Aptos"/>
              </a:defRPr>
            </a:defPPr>
            <a:lvl1pPr>
              <a:defRPr sz="1800" b="1">
                <a:solidFill>
                  <a:srgbClr val="F6F8FC"/>
                </a:solidFill>
                <a:latin typeface="Aptos"/>
                <a:ea typeface="Aptos"/>
                <a:cs typeface="Aptos"/>
              </a:defRPr>
            </a:lvl1pPr>
            <a:lvl2pPr>
              <a:defRPr sz="1800" b="1">
                <a:solidFill>
                  <a:srgbClr val="F6F8FC"/>
                </a:solidFill>
                <a:latin typeface="Aptos"/>
                <a:ea typeface="Aptos"/>
                <a:cs typeface="Aptos"/>
              </a:defRPr>
            </a:lvl2pPr>
            <a:lvl3pPr>
              <a:defRPr sz="1800" b="1">
                <a:solidFill>
                  <a:srgbClr val="F6F8FC"/>
                </a:solidFill>
                <a:latin typeface="Aptos"/>
                <a:ea typeface="Aptos"/>
                <a:cs typeface="Aptos"/>
              </a:defRPr>
            </a:lvl3pPr>
            <a:lvl4pPr>
              <a:defRPr sz="1800" b="1">
                <a:solidFill>
                  <a:srgbClr val="F6F8FC"/>
                </a:solidFill>
                <a:latin typeface="Aptos"/>
                <a:ea typeface="Aptos"/>
                <a:cs typeface="Aptos"/>
              </a:defRPr>
            </a:lvl4pPr>
            <a:lvl5pPr>
              <a:defRPr sz="1800" b="1">
                <a:solidFill>
                  <a:srgbClr val="F6F8FC"/>
                </a:solidFill>
                <a:latin typeface="Aptos"/>
                <a:ea typeface="Aptos"/>
                <a:cs typeface="Aptos"/>
              </a:defRPr>
            </a:lvl5pPr>
            <a:lvl6pPr>
              <a:defRPr sz="1800" b="1">
                <a:solidFill>
                  <a:srgbClr val="F6F8FC"/>
                </a:solidFill>
                <a:latin typeface="Aptos"/>
                <a:ea typeface="Aptos"/>
                <a:cs typeface="Aptos"/>
              </a:defRPr>
            </a:lvl6pPr>
            <a:lvl7pPr>
              <a:defRPr sz="1800" b="1">
                <a:solidFill>
                  <a:srgbClr val="F6F8FC"/>
                </a:solidFill>
                <a:latin typeface="Aptos"/>
                <a:ea typeface="Aptos"/>
                <a:cs typeface="Aptos"/>
              </a:defRPr>
            </a:lvl7pPr>
            <a:lvl8pPr>
              <a:defRPr sz="1800" b="1">
                <a:solidFill>
                  <a:srgbClr val="F6F8FC"/>
                </a:solidFill>
                <a:latin typeface="Aptos"/>
                <a:ea typeface="Aptos"/>
                <a:cs typeface="Aptos"/>
              </a:defRPr>
            </a:lvl8pPr>
            <a:lvl9pPr>
              <a:defRPr sz="1800" b="1">
                <a:solidFill>
                  <a:srgbClr val="F6F8FC"/>
                </a:solidFill>
                <a:latin typeface="Aptos"/>
                <a:ea typeface="Aptos"/>
                <a:cs typeface="Aptos"/>
              </a:defRPr>
            </a:lvl9pPr>
          </a:lstStyle>
          <a:p xmlns:a="http://schemas.openxmlformats.org/drawingml/2006/main">
            <a:pPr>
              <a:defRPr sz="1800" b="1">
                <a:solidFill>
                  <a:srgbClr val="F6F8FC"/>
                </a:solidFill>
                <a:latin typeface="Aptos"/>
                <a:ea typeface="Aptos"/>
                <a:cs typeface="Aptos"/>
              </a:defRPr>
            </a:pPr>
            <a:r>
              <a:rPr sz="1800" b="1">
                <a:solidFill>
                  <a:srgbClr val="F6F8FC"/>
                </a:solidFill>
                <a:latin typeface="Aptos"/>
                <a:ea typeface="Aptos"/>
                <a:cs typeface="Aptos"/>
              </a:rPr>
              <a:t>5 AUTOMATION TESTS PASSED</a:t>
            </a:r>
          </a:p>
        </p:txBody>
      </p:sp>
      <p:sp>
        <p:nvSpPr>
          <p:cNvPr id="9" name="">
            <a:extLst xmlns:a="http://schemas.openxmlformats.org/drawingml/2006/main">
              <a:ext uri="{FF2B5EF4-FFF2-40B4-BE49-F238E27FC236}">
                <a16:creationId xmlns:a16="http://schemas.microsoft.com/office/drawing/2014/main" id="{875E1177-FD79-4AEF-83D1-BA05604005BF}"/>
              </a:ext>
            </a:extLst>
          </p:cNvPr>
          <p:cNvSpPr>
            <a:spLocks xmlns:a="http://schemas.openxmlformats.org/drawingml/2006/main" noGrp="1"/>
          </p:cNvSpPr>
          <p:nvPr/>
        </p:nvSpPr>
        <p:spPr>
          <a:xfrm xmlns:a="http://schemas.openxmlformats.org/drawingml/2006/main">
            <a:off x="1009650" y="2581275"/>
            <a:ext cx="4467225"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Progress curves</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Teleport scoring and range</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Shared attack budget</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Lifecycle configuration</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Inactive damage guards</a:t>
            </a:r>
          </a:p>
        </p:txBody>
      </p:sp>
      <p:sp>
        <p:nvSpPr>
          <p:cNvPr id="10" name="">
            <a:extLst xmlns:a="http://schemas.openxmlformats.org/drawingml/2006/main">
              <a:ext uri="{FF2B5EF4-FFF2-40B4-BE49-F238E27FC236}">
                <a16:creationId xmlns:a16="http://schemas.microsoft.com/office/drawing/2014/main" id="{368315F2-A7AD-41FC-A868-56D23ECA2C95}"/>
              </a:ext>
            </a:extLst>
          </p:cNvPr>
          <p:cNvSpPr>
            <a:spLocks xmlns:a="http://schemas.openxmlformats.org/drawingml/2006/main" noGrp="1"/>
          </p:cNvSpPr>
          <p:nvPr/>
        </p:nvSpPr>
        <p:spPr>
          <a:xfrm xmlns:a="http://schemas.openxmlformats.org/drawingml/2006/main">
            <a:off x="6543675" y="2095500"/>
            <a:ext cx="4905375" cy="2857500"/>
          </a:xfrm>
          <a:prstGeom xmlns:a="http://schemas.openxmlformats.org/drawingml/2006/main" prst="roundRect">
            <a:avLst>
              <a:gd name="adj" fmla="val 4000"/>
            </a:avLst>
          </a:prstGeom>
          <a:solidFill xmlns:a="http://schemas.openxmlformats.org/drawingml/2006/main">
            <a:srgbClr val="17263D"/>
          </a:solidFill>
          <a:ln xmlns:a="http://schemas.openxmlformats.org/drawingml/2006/main" w="19050">
            <a:solidFill>
              <a:srgbClr val="FFC857"/>
            </a:solidFill>
            <a:prstDash val="solid"/>
          </a:ln>
        </p:spPr>
      </p:sp>
      <p:sp>
        <p:nvSpPr>
          <p:cNvPr id="11" name="">
            <a:extLst xmlns:a="http://schemas.openxmlformats.org/drawingml/2006/main">
              <a:ext uri="{FF2B5EF4-FFF2-40B4-BE49-F238E27FC236}">
                <a16:creationId xmlns:a16="http://schemas.microsoft.com/office/drawing/2014/main" id="{FB8FC044-8A38-4F78-A90E-E3CC7B535EB1}"/>
              </a:ext>
            </a:extLst>
          </p:cNvPr>
          <p:cNvSpPr>
            <a:spLocks xmlns:a="http://schemas.openxmlformats.org/drawingml/2006/main" noGrp="1"/>
          </p:cNvSpPr>
          <p:nvPr/>
        </p:nvSpPr>
        <p:spPr>
          <a:xfrm xmlns:a="http://schemas.openxmlformats.org/drawingml/2006/main">
            <a:off x="6543675" y="2095500"/>
            <a:ext cx="95250" cy="2857500"/>
          </a:xfrm>
          <a:prstGeom xmlns:a="http://schemas.openxmlformats.org/drawingml/2006/main" prst="rect">
            <a:avLst/>
          </a:prstGeom>
          <a:solidFill xmlns:a="http://schemas.openxmlformats.org/drawingml/2006/main">
            <a:srgbClr val="FFC85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1A9E5F8-84CA-4F38-ABF4-9FB384328E61}"/>
              </a:ext>
            </a:extLst>
          </p:cNvPr>
          <p:cNvSpPr>
            <a:spLocks xmlns:a="http://schemas.openxmlformats.org/drawingml/2006/main" noGrp="1"/>
          </p:cNvSpPr>
          <p:nvPr/>
        </p:nvSpPr>
        <p:spPr>
          <a:xfrm xmlns:a="http://schemas.openxmlformats.org/drawingml/2006/main">
            <a:off x="6810375" y="2247900"/>
            <a:ext cx="44672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4722"/>
          </a:bodyPr>
          <a:lstStyle xmlns:a="http://schemas.openxmlformats.org/drawingml/2006/main">
            <a:defPPr>
              <a:defRPr sz="1800" b="1">
                <a:solidFill>
                  <a:srgbClr val="F6F8FC"/>
                </a:solidFill>
                <a:latin typeface="Aptos"/>
                <a:ea typeface="Aptos"/>
                <a:cs typeface="Aptos"/>
              </a:defRPr>
            </a:defPPr>
            <a:lvl1pPr>
              <a:defRPr sz="1800" b="1">
                <a:solidFill>
                  <a:srgbClr val="F6F8FC"/>
                </a:solidFill>
                <a:latin typeface="Aptos"/>
                <a:ea typeface="Aptos"/>
                <a:cs typeface="Aptos"/>
              </a:defRPr>
            </a:lvl1pPr>
            <a:lvl2pPr>
              <a:defRPr sz="1800" b="1">
                <a:solidFill>
                  <a:srgbClr val="F6F8FC"/>
                </a:solidFill>
                <a:latin typeface="Aptos"/>
                <a:ea typeface="Aptos"/>
                <a:cs typeface="Aptos"/>
              </a:defRPr>
            </a:lvl2pPr>
            <a:lvl3pPr>
              <a:defRPr sz="1800" b="1">
                <a:solidFill>
                  <a:srgbClr val="F6F8FC"/>
                </a:solidFill>
                <a:latin typeface="Aptos"/>
                <a:ea typeface="Aptos"/>
                <a:cs typeface="Aptos"/>
              </a:defRPr>
            </a:lvl3pPr>
            <a:lvl4pPr>
              <a:defRPr sz="1800" b="1">
                <a:solidFill>
                  <a:srgbClr val="F6F8FC"/>
                </a:solidFill>
                <a:latin typeface="Aptos"/>
                <a:ea typeface="Aptos"/>
                <a:cs typeface="Aptos"/>
              </a:defRPr>
            </a:lvl4pPr>
            <a:lvl5pPr>
              <a:defRPr sz="1800" b="1">
                <a:solidFill>
                  <a:srgbClr val="F6F8FC"/>
                </a:solidFill>
                <a:latin typeface="Aptos"/>
                <a:ea typeface="Aptos"/>
                <a:cs typeface="Aptos"/>
              </a:defRPr>
            </a:lvl5pPr>
            <a:lvl6pPr>
              <a:defRPr sz="1800" b="1">
                <a:solidFill>
                  <a:srgbClr val="F6F8FC"/>
                </a:solidFill>
                <a:latin typeface="Aptos"/>
                <a:ea typeface="Aptos"/>
                <a:cs typeface="Aptos"/>
              </a:defRPr>
            </a:lvl6pPr>
            <a:lvl7pPr>
              <a:defRPr sz="1800" b="1">
                <a:solidFill>
                  <a:srgbClr val="F6F8FC"/>
                </a:solidFill>
                <a:latin typeface="Aptos"/>
                <a:ea typeface="Aptos"/>
                <a:cs typeface="Aptos"/>
              </a:defRPr>
            </a:lvl7pPr>
            <a:lvl8pPr>
              <a:defRPr sz="1800" b="1">
                <a:solidFill>
                  <a:srgbClr val="F6F8FC"/>
                </a:solidFill>
                <a:latin typeface="Aptos"/>
                <a:ea typeface="Aptos"/>
                <a:cs typeface="Aptos"/>
              </a:defRPr>
            </a:lvl8pPr>
            <a:lvl9pPr>
              <a:defRPr sz="1800" b="1">
                <a:solidFill>
                  <a:srgbClr val="F6F8FC"/>
                </a:solidFill>
                <a:latin typeface="Aptos"/>
                <a:ea typeface="Aptos"/>
                <a:cs typeface="Aptos"/>
              </a:defRPr>
            </a:lvl9pPr>
          </a:lstStyle>
          <a:p xmlns:a="http://schemas.openxmlformats.org/drawingml/2006/main">
            <a:pPr>
              <a:defRPr sz="1800" b="1">
                <a:solidFill>
                  <a:srgbClr val="F6F8FC"/>
                </a:solidFill>
                <a:latin typeface="Aptos"/>
                <a:ea typeface="Aptos"/>
                <a:cs typeface="Aptos"/>
              </a:defRPr>
            </a:pPr>
            <a:r>
              <a:rPr sz="1800" b="1">
                <a:solidFill>
                  <a:srgbClr val="F6F8FC"/>
                </a:solidFill>
                <a:latin typeface="Aptos"/>
                <a:ea typeface="Aptos"/>
                <a:cs typeface="Aptos"/>
              </a:rPr>
              <a:t>VISUAL PIE CHECKS PENDING</a:t>
            </a:r>
          </a:p>
        </p:txBody>
      </p:sp>
      <p:sp>
        <p:nvSpPr>
          <p:cNvPr id="13" name="">
            <a:extLst xmlns:a="http://schemas.openxmlformats.org/drawingml/2006/main">
              <a:ext uri="{FF2B5EF4-FFF2-40B4-BE49-F238E27FC236}">
                <a16:creationId xmlns:a16="http://schemas.microsoft.com/office/drawing/2014/main" id="{D592C35C-B811-4B33-9B4D-314A8FD02FA0}"/>
              </a:ext>
            </a:extLst>
          </p:cNvPr>
          <p:cNvSpPr>
            <a:spLocks xmlns:a="http://schemas.openxmlformats.org/drawingml/2006/main" noGrp="1"/>
          </p:cNvSpPr>
          <p:nvPr/>
        </p:nvSpPr>
        <p:spPr>
          <a:xfrm xmlns:a="http://schemas.openxmlformats.org/drawingml/2006/main">
            <a:off x="6810375" y="2581275"/>
            <a:ext cx="4467225"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defRPr sz="1200" b="0">
                <a:solidFill>
                  <a:srgbClr val="A9B7CB"/>
                </a:solidFill>
                <a:latin typeface="Aptos"/>
                <a:ea typeface="Aptos"/>
                <a:cs typeface="Aptos"/>
              </a:defRPr>
            </a:defPPr>
            <a:lvl1pPr>
              <a:defRPr sz="1200" b="0">
                <a:solidFill>
                  <a:srgbClr val="A9B7CB"/>
                </a:solidFill>
                <a:latin typeface="Aptos"/>
                <a:ea typeface="Aptos"/>
                <a:cs typeface="Aptos"/>
              </a:defRPr>
            </a:lvl1pPr>
            <a:lvl2pPr>
              <a:defRPr sz="1200" b="0">
                <a:solidFill>
                  <a:srgbClr val="A9B7CB"/>
                </a:solidFill>
                <a:latin typeface="Aptos"/>
                <a:ea typeface="Aptos"/>
                <a:cs typeface="Aptos"/>
              </a:defRPr>
            </a:lvl2pPr>
            <a:lvl3pPr>
              <a:defRPr sz="1200" b="0">
                <a:solidFill>
                  <a:srgbClr val="A9B7CB"/>
                </a:solidFill>
                <a:latin typeface="Aptos"/>
                <a:ea typeface="Aptos"/>
                <a:cs typeface="Aptos"/>
              </a:defRPr>
            </a:lvl3pPr>
            <a:lvl4pPr>
              <a:defRPr sz="1200" b="0">
                <a:solidFill>
                  <a:srgbClr val="A9B7CB"/>
                </a:solidFill>
                <a:latin typeface="Aptos"/>
                <a:ea typeface="Aptos"/>
                <a:cs typeface="Aptos"/>
              </a:defRPr>
            </a:lvl4pPr>
            <a:lvl5pPr>
              <a:defRPr sz="1200" b="0">
                <a:solidFill>
                  <a:srgbClr val="A9B7CB"/>
                </a:solidFill>
                <a:latin typeface="Aptos"/>
                <a:ea typeface="Aptos"/>
                <a:cs typeface="Aptos"/>
              </a:defRPr>
            </a:lvl5pPr>
            <a:lvl6pPr>
              <a:defRPr sz="1200" b="0">
                <a:solidFill>
                  <a:srgbClr val="A9B7CB"/>
                </a:solidFill>
                <a:latin typeface="Aptos"/>
                <a:ea typeface="Aptos"/>
                <a:cs typeface="Aptos"/>
              </a:defRPr>
            </a:lvl6pPr>
            <a:lvl7pPr>
              <a:defRPr sz="1200" b="0">
                <a:solidFill>
                  <a:srgbClr val="A9B7CB"/>
                </a:solidFill>
                <a:latin typeface="Aptos"/>
                <a:ea typeface="Aptos"/>
                <a:cs typeface="Aptos"/>
              </a:defRPr>
            </a:lvl7pPr>
            <a:lvl8pPr>
              <a:defRPr sz="1200" b="0">
                <a:solidFill>
                  <a:srgbClr val="A9B7CB"/>
                </a:solidFill>
                <a:latin typeface="Aptos"/>
                <a:ea typeface="Aptos"/>
                <a:cs typeface="Aptos"/>
              </a:defRPr>
            </a:lvl8pPr>
            <a:lvl9pPr>
              <a:defRPr sz="1200" b="0">
                <a:solidFill>
                  <a:srgbClr val="A9B7CB"/>
                </a:solidFill>
                <a:latin typeface="Aptos"/>
                <a:ea typeface="Aptos"/>
                <a:cs typeface="Aptos"/>
              </a:defRPr>
            </a:lvl9pPr>
          </a:lstStyle>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Movement tuning</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Animation synchronization</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Two-arena setup</a:t>
            </a:r>
          </a:p>
          <a:p xmlns:a="http://schemas.openxmlformats.org/drawingml/2006/main">
            <a:pPr>
              <a:defRPr sz="1200" b="0">
                <a:solidFill>
                  <a:srgbClr val="A9B7CB"/>
                </a:solidFill>
                <a:latin typeface="Aptos"/>
                <a:ea typeface="Aptos"/>
                <a:cs typeface="Aptos"/>
              </a:defRPr>
            </a:pPr>
            <a:r>
              <a:rPr sz="1200" b="0">
                <a:solidFill>
                  <a:srgbClr val="A9B7CB"/>
                </a:solidFill>
                <a:latin typeface="Aptos"/>
                <a:ea typeface="Aptos"/>
                <a:cs typeface="Aptos"/>
              </a:rPr>
              <a:t>Pressure balancing</a:t>
            </a:r>
          </a:p>
        </p:txBody>
      </p:sp>
      <p:sp>
        <p:nvSpPr>
          <p:cNvPr id="14" name="">
            <a:extLst xmlns:a="http://schemas.openxmlformats.org/drawingml/2006/main">
              <a:ext uri="{FF2B5EF4-FFF2-40B4-BE49-F238E27FC236}">
                <a16:creationId xmlns:a16="http://schemas.microsoft.com/office/drawing/2014/main" id="{844C9FD5-9298-4040-9CFB-1AF0F64DA372}"/>
              </a:ext>
            </a:extLst>
          </p:cNvPr>
          <p:cNvSpPr>
            <a:spLocks xmlns:a="http://schemas.openxmlformats.org/drawingml/2006/main" noGrp="1"/>
          </p:cNvSpPr>
          <p:nvPr/>
        </p:nvSpPr>
        <p:spPr>
          <a:xfrm xmlns:a="http://schemas.openxmlformats.org/drawingml/2006/main">
            <a:off x="762000" y="54102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defRPr sz="1200" b="1">
                <a:solidFill>
                  <a:srgbClr val="F64D61"/>
                </a:solidFill>
                <a:latin typeface="Aptos"/>
                <a:ea typeface="Aptos"/>
                <a:cs typeface="Aptos"/>
              </a:defRPr>
            </a:defPPr>
            <a:lvl1pPr>
              <a:defRPr sz="1200" b="1">
                <a:solidFill>
                  <a:srgbClr val="F64D61"/>
                </a:solidFill>
                <a:latin typeface="Aptos"/>
                <a:ea typeface="Aptos"/>
                <a:cs typeface="Aptos"/>
              </a:defRPr>
            </a:lvl1pPr>
            <a:lvl2pPr>
              <a:defRPr sz="1200" b="1">
                <a:solidFill>
                  <a:srgbClr val="F64D61"/>
                </a:solidFill>
                <a:latin typeface="Aptos"/>
                <a:ea typeface="Aptos"/>
                <a:cs typeface="Aptos"/>
              </a:defRPr>
            </a:lvl2pPr>
            <a:lvl3pPr>
              <a:defRPr sz="1200" b="1">
                <a:solidFill>
                  <a:srgbClr val="F64D61"/>
                </a:solidFill>
                <a:latin typeface="Aptos"/>
                <a:ea typeface="Aptos"/>
                <a:cs typeface="Aptos"/>
              </a:defRPr>
            </a:lvl3pPr>
            <a:lvl4pPr>
              <a:defRPr sz="1200" b="1">
                <a:solidFill>
                  <a:srgbClr val="F64D61"/>
                </a:solidFill>
                <a:latin typeface="Aptos"/>
                <a:ea typeface="Aptos"/>
                <a:cs typeface="Aptos"/>
              </a:defRPr>
            </a:lvl4pPr>
            <a:lvl5pPr>
              <a:defRPr sz="1200" b="1">
                <a:solidFill>
                  <a:srgbClr val="F64D61"/>
                </a:solidFill>
                <a:latin typeface="Aptos"/>
                <a:ea typeface="Aptos"/>
                <a:cs typeface="Aptos"/>
              </a:defRPr>
            </a:lvl5pPr>
            <a:lvl6pPr>
              <a:defRPr sz="1200" b="1">
                <a:solidFill>
                  <a:srgbClr val="F64D61"/>
                </a:solidFill>
                <a:latin typeface="Aptos"/>
                <a:ea typeface="Aptos"/>
                <a:cs typeface="Aptos"/>
              </a:defRPr>
            </a:lvl6pPr>
            <a:lvl7pPr>
              <a:defRPr sz="1200" b="1">
                <a:solidFill>
                  <a:srgbClr val="F64D61"/>
                </a:solidFill>
                <a:latin typeface="Aptos"/>
                <a:ea typeface="Aptos"/>
                <a:cs typeface="Aptos"/>
              </a:defRPr>
            </a:lvl7pPr>
            <a:lvl8pPr>
              <a:defRPr sz="1200" b="1">
                <a:solidFill>
                  <a:srgbClr val="F64D61"/>
                </a:solidFill>
                <a:latin typeface="Aptos"/>
                <a:ea typeface="Aptos"/>
                <a:cs typeface="Aptos"/>
              </a:defRPr>
            </a:lvl8pPr>
            <a:lvl9pPr>
              <a:defRPr sz="1200" b="1">
                <a:solidFill>
                  <a:srgbClr val="F64D61"/>
                </a:solidFill>
                <a:latin typeface="Aptos"/>
                <a:ea typeface="Aptos"/>
                <a:cs typeface="Aptos"/>
              </a:defRPr>
            </a:lvl9pPr>
          </a:lstStyle>
          <a:p xmlns:a="http://schemas.openxmlformats.org/drawingml/2006/main">
            <a:pPr>
              <a:defRPr sz="1200" b="1">
                <a:solidFill>
                  <a:srgbClr val="F64D61"/>
                </a:solidFill>
                <a:latin typeface="Aptos"/>
                <a:ea typeface="Aptos"/>
                <a:cs typeface="Aptos"/>
              </a:defRPr>
            </a:pPr>
            <a:r>
              <a:rPr sz="1200" b="1">
                <a:solidFill>
                  <a:srgbClr val="F64D61"/>
                </a:solidFill>
                <a:latin typeface="Aptos"/>
                <a:ea typeface="Aptos"/>
                <a:cs typeface="Aptos"/>
              </a:rPr>
              <a:t>Current limits</a:t>
            </a:r>
          </a:p>
        </p:txBody>
      </p:sp>
      <p:sp>
        <p:nvSpPr>
          <p:cNvPr id="15" name="">
            <a:extLst xmlns:a="http://schemas.openxmlformats.org/drawingml/2006/main">
              <a:ext uri="{FF2B5EF4-FFF2-40B4-BE49-F238E27FC236}">
                <a16:creationId xmlns:a16="http://schemas.microsoft.com/office/drawing/2014/main" id="{86D269D5-EC1A-4700-B6B4-DAA481F9D3AD}"/>
              </a:ext>
            </a:extLst>
          </p:cNvPr>
          <p:cNvSpPr>
            <a:spLocks xmlns:a="http://schemas.openxmlformats.org/drawingml/2006/main" noGrp="1"/>
          </p:cNvSpPr>
          <p:nvPr/>
        </p:nvSpPr>
        <p:spPr>
          <a:xfrm xmlns:a="http://schemas.openxmlformats.org/drawingml/2006/main">
            <a:off x="2381250" y="5362575"/>
            <a:ext cx="885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425" b="1">
                <a:solidFill>
                  <a:srgbClr val="F6F8FC"/>
                </a:solidFill>
                <a:latin typeface="Aptos"/>
                <a:ea typeface="Aptos"/>
                <a:cs typeface="Aptos"/>
              </a:defRPr>
            </a:defPPr>
            <a:lvl1pPr>
              <a:defRPr sz="1425" b="1">
                <a:solidFill>
                  <a:srgbClr val="F6F8FC"/>
                </a:solidFill>
                <a:latin typeface="Aptos"/>
                <a:ea typeface="Aptos"/>
                <a:cs typeface="Aptos"/>
              </a:defRPr>
            </a:lvl1pPr>
            <a:lvl2pPr>
              <a:defRPr sz="1425" b="1">
                <a:solidFill>
                  <a:srgbClr val="F6F8FC"/>
                </a:solidFill>
                <a:latin typeface="Aptos"/>
                <a:ea typeface="Aptos"/>
                <a:cs typeface="Aptos"/>
              </a:defRPr>
            </a:lvl2pPr>
            <a:lvl3pPr>
              <a:defRPr sz="1425" b="1">
                <a:solidFill>
                  <a:srgbClr val="F6F8FC"/>
                </a:solidFill>
                <a:latin typeface="Aptos"/>
                <a:ea typeface="Aptos"/>
                <a:cs typeface="Aptos"/>
              </a:defRPr>
            </a:lvl3pPr>
            <a:lvl4pPr>
              <a:defRPr sz="1425" b="1">
                <a:solidFill>
                  <a:srgbClr val="F6F8FC"/>
                </a:solidFill>
                <a:latin typeface="Aptos"/>
                <a:ea typeface="Aptos"/>
                <a:cs typeface="Aptos"/>
              </a:defRPr>
            </a:lvl4pPr>
            <a:lvl5pPr>
              <a:defRPr sz="1425" b="1">
                <a:solidFill>
                  <a:srgbClr val="F6F8FC"/>
                </a:solidFill>
                <a:latin typeface="Aptos"/>
                <a:ea typeface="Aptos"/>
                <a:cs typeface="Aptos"/>
              </a:defRPr>
            </a:lvl5pPr>
            <a:lvl6pPr>
              <a:defRPr sz="1425" b="1">
                <a:solidFill>
                  <a:srgbClr val="F6F8FC"/>
                </a:solidFill>
                <a:latin typeface="Aptos"/>
                <a:ea typeface="Aptos"/>
                <a:cs typeface="Aptos"/>
              </a:defRPr>
            </a:lvl6pPr>
            <a:lvl7pPr>
              <a:defRPr sz="1425" b="1">
                <a:solidFill>
                  <a:srgbClr val="F6F8FC"/>
                </a:solidFill>
                <a:latin typeface="Aptos"/>
                <a:ea typeface="Aptos"/>
                <a:cs typeface="Aptos"/>
              </a:defRPr>
            </a:lvl7pPr>
            <a:lvl8pPr>
              <a:defRPr sz="1425" b="1">
                <a:solidFill>
                  <a:srgbClr val="F6F8FC"/>
                </a:solidFill>
                <a:latin typeface="Aptos"/>
                <a:ea typeface="Aptos"/>
                <a:cs typeface="Aptos"/>
              </a:defRPr>
            </a:lvl8pPr>
            <a:lvl9pPr>
              <a:defRPr sz="1425" b="1">
                <a:solidFill>
                  <a:srgbClr val="F6F8FC"/>
                </a:solidFill>
                <a:latin typeface="Aptos"/>
                <a:ea typeface="Aptos"/>
                <a:cs typeface="Aptos"/>
              </a:defRPr>
            </a:lvl9pPr>
          </a:lstStyle>
          <a:p xmlns:a="http://schemas.openxmlformats.org/drawingml/2006/main">
            <a:pPr>
              <a:defRPr sz="1425" b="1">
                <a:solidFill>
                  <a:srgbClr val="F6F8FC"/>
                </a:solidFill>
                <a:latin typeface="Aptos"/>
                <a:ea typeface="Aptos"/>
                <a:cs typeface="Aptos"/>
              </a:defRPr>
            </a:pPr>
            <a:r>
              <a:rPr sz="1425" b="1">
                <a:solidFill>
                  <a:srgbClr val="F6F8FC"/>
                </a:solidFill>
                <a:latin typeface="Aptos"/>
                <a:ea typeface="Aptos"/>
                <a:cs typeface="Aptos"/>
              </a:rPr>
              <a:t>No global platform pathfinding  ·  no puzzle-aware sabotage  ·  local flyer avoidance</a:t>
            </a:r>
          </a:p>
        </p:txBody>
      </p:sp>
      <p:sp>
        <p:nvSpPr>
          <p:cNvPr id="16" name="">
            <a:extLst xmlns:a="http://schemas.openxmlformats.org/drawingml/2006/main">
              <a:ext uri="{FF2B5EF4-FFF2-40B4-BE49-F238E27FC236}">
                <a16:creationId xmlns:a16="http://schemas.microsoft.com/office/drawing/2014/main" id="{BF013419-A215-464B-AB7F-DB29DEFB201D}"/>
              </a:ext>
            </a:extLst>
          </p:cNvPr>
          <p:cNvSpPr>
            <a:spLocks xmlns:a="http://schemas.openxmlformats.org/drawingml/2006/main" noGrp="1"/>
          </p:cNvSpPr>
          <p:nvPr/>
        </p:nvSpPr>
        <p:spPr>
          <a:xfrm xmlns:a="http://schemas.openxmlformats.org/drawingml/2006/main">
            <a:off x="1762125" y="5953125"/>
            <a:ext cx="866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273"/>
          </a:bodyPr>
          <a:lstStyle xmlns:a="http://schemas.openxmlformats.org/drawingml/2006/main">
            <a:defPPr>
              <a:defRPr sz="1650" b="1">
                <a:solidFill>
                  <a:srgbClr val="F6F8FC"/>
                </a:solidFill>
                <a:latin typeface="Aptos"/>
                <a:ea typeface="Aptos"/>
                <a:cs typeface="Aptos"/>
              </a:defRPr>
            </a:defPPr>
            <a:lvl1pPr>
              <a:defRPr sz="1650" b="1">
                <a:solidFill>
                  <a:srgbClr val="F6F8FC"/>
                </a:solidFill>
                <a:latin typeface="Aptos"/>
                <a:ea typeface="Aptos"/>
                <a:cs typeface="Aptos"/>
              </a:defRPr>
            </a:lvl1pPr>
            <a:lvl2pPr>
              <a:defRPr sz="1650" b="1">
                <a:solidFill>
                  <a:srgbClr val="F6F8FC"/>
                </a:solidFill>
                <a:latin typeface="Aptos"/>
                <a:ea typeface="Aptos"/>
                <a:cs typeface="Aptos"/>
              </a:defRPr>
            </a:lvl2pPr>
            <a:lvl3pPr>
              <a:defRPr sz="1650" b="1">
                <a:solidFill>
                  <a:srgbClr val="F6F8FC"/>
                </a:solidFill>
                <a:latin typeface="Aptos"/>
                <a:ea typeface="Aptos"/>
                <a:cs typeface="Aptos"/>
              </a:defRPr>
            </a:lvl3pPr>
            <a:lvl4pPr>
              <a:defRPr sz="1650" b="1">
                <a:solidFill>
                  <a:srgbClr val="F6F8FC"/>
                </a:solidFill>
                <a:latin typeface="Aptos"/>
                <a:ea typeface="Aptos"/>
                <a:cs typeface="Aptos"/>
              </a:defRPr>
            </a:lvl4pPr>
            <a:lvl5pPr>
              <a:defRPr sz="1650" b="1">
                <a:solidFill>
                  <a:srgbClr val="F6F8FC"/>
                </a:solidFill>
                <a:latin typeface="Aptos"/>
                <a:ea typeface="Aptos"/>
                <a:cs typeface="Aptos"/>
              </a:defRPr>
            </a:lvl5pPr>
            <a:lvl6pPr>
              <a:defRPr sz="1650" b="1">
                <a:solidFill>
                  <a:srgbClr val="F6F8FC"/>
                </a:solidFill>
                <a:latin typeface="Aptos"/>
                <a:ea typeface="Aptos"/>
                <a:cs typeface="Aptos"/>
              </a:defRPr>
            </a:lvl6pPr>
            <a:lvl7pPr>
              <a:defRPr sz="1650" b="1">
                <a:solidFill>
                  <a:srgbClr val="F6F8FC"/>
                </a:solidFill>
                <a:latin typeface="Aptos"/>
                <a:ea typeface="Aptos"/>
                <a:cs typeface="Aptos"/>
              </a:defRPr>
            </a:lvl7pPr>
            <a:lvl8pPr>
              <a:defRPr sz="1650" b="1">
                <a:solidFill>
                  <a:srgbClr val="F6F8FC"/>
                </a:solidFill>
                <a:latin typeface="Aptos"/>
                <a:ea typeface="Aptos"/>
                <a:cs typeface="Aptos"/>
              </a:defRPr>
            </a:lvl8pPr>
            <a:lvl9pPr>
              <a:defRPr sz="1650" b="1">
                <a:solidFill>
                  <a:srgbClr val="F6F8FC"/>
                </a:solidFill>
                <a:latin typeface="Aptos"/>
                <a:ea typeface="Aptos"/>
                <a:cs typeface="Aptos"/>
              </a:defRPr>
            </a:lvl9pPr>
          </a:lstStyle>
          <a:p xmlns:a="http://schemas.openxmlformats.org/drawingml/2006/main">
            <a:pPr>
              <a:defRPr sz="1650" b="1">
                <a:solidFill>
                  <a:srgbClr val="F6F8FC"/>
                </a:solidFill>
                <a:latin typeface="Aptos"/>
                <a:ea typeface="Aptos"/>
                <a:cs typeface="Aptos"/>
              </a:defRPr>
            </a:pPr>
            <a:r>
              <a:rPr sz="1650" b="1">
                <a:solidFill>
                  <a:srgbClr val="F6F8FC"/>
                </a:solidFill>
                <a:latin typeface="Aptos"/>
                <a:ea typeface="Aptos"/>
                <a:cs typeface="Aptos"/>
              </a:rPr>
              <a:t>The result is a modular AI foundation with explicit, testable behavior</a:t>
            </a:r>
          </a:p>
        </p:txBody>
      </p:sp>
    </p:spTree>
    <p:extLst>
      <p:ext uri="{BB962C8B-B14F-4D97-AF65-F5344CB8AC3E}">
        <p14:creationId xmlns:p14="http://schemas.microsoft.com/office/powerpoint/2010/main" val="21411950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2026-10-18T11:15:10.8640000Z</dcterms:created>
  <dcterms:modified xsi:type="dcterms:W3CDTF">2026-10-18T11:15:10.8640000Z</dcterms:modified>
</coreProperties>
</file>