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6a808d0d2b487b" /><Relationship Type="http://schemas.openxmlformats.org/officeDocument/2006/relationships/extended-properties" Target="/docProps/app.xml" Id="R874ec8e885d74f45" /><Relationship Type="http://schemas.openxmlformats.org/officeDocument/2006/relationships/officeDocument" Target="/ppt/presentation.xml" Id="Re277970412624bba" /></Relationships>
</file>

<file path=ppt/presentation.xml><?xml version="1.0" encoding="utf-8"?>
<p:presentation xmlns:p="http://schemas.openxmlformats.org/presentationml/2006/main">
  <p:sldMasterIdLst>
    <p:sldMasterId xmlns:r="http://schemas.openxmlformats.org/officeDocument/2006/relationships" id="2147483648" r:id="R63458b5a3bfc4369"/>
  </p:sldMasterIdLst>
  <p:notesMasterIdLst>
    <p:notesMasterId xmlns:r="http://schemas.openxmlformats.org/officeDocument/2006/relationships" r:id="R167f1975e89f49b9"/>
  </p:notesMasterIdLst>
  <p:sldIdLst>
    <p:sldId xmlns:r="http://schemas.openxmlformats.org/officeDocument/2006/relationships" id="256" r:id="R262afea5e45b429d"/>
    <p:sldId xmlns:r="http://schemas.openxmlformats.org/officeDocument/2006/relationships" id="257" r:id="R028510bff36f4f3b"/>
    <p:sldId xmlns:r="http://schemas.openxmlformats.org/officeDocument/2006/relationships" id="258" r:id="R572e4a1ec8064d1e"/>
    <p:sldId xmlns:r="http://schemas.openxmlformats.org/officeDocument/2006/relationships" id="259" r:id="Ra0e705cc33d94ba8"/>
    <p:sldId xmlns:r="http://schemas.openxmlformats.org/officeDocument/2006/relationships" id="260" r:id="R7cb1ff813f824ae3"/>
    <p:sldId xmlns:r="http://schemas.openxmlformats.org/officeDocument/2006/relationships" id="261" r:id="R35ca20ffbc494f8b"/>
    <p:sldId xmlns:r="http://schemas.openxmlformats.org/officeDocument/2006/relationships" id="262" r:id="Re23d2ead3e0a4d47"/>
    <p:sldId xmlns:r="http://schemas.openxmlformats.org/officeDocument/2006/relationships" id="263" r:id="R35fde872f0914dc3"/>
    <p:sldId xmlns:r="http://schemas.openxmlformats.org/officeDocument/2006/relationships" id="264" r:id="Rd794b0969a0a4d9c"/>
    <p:sldId xmlns:r="http://schemas.openxmlformats.org/officeDocument/2006/relationships" id="265" r:id="R82a3dfda58d54c14"/>
    <p:sldId xmlns:r="http://schemas.openxmlformats.org/officeDocument/2006/relationships" id="266" r:id="Rd62f3c63961046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634ab0993f4dfb" /><Relationship Type="http://schemas.openxmlformats.org/officeDocument/2006/relationships/slideMaster" Target="/ppt/slideMasters/slideMaster1.xml" Id="R63458b5a3bfc4369" /><Relationship Type="http://schemas.openxmlformats.org/officeDocument/2006/relationships/notesMaster" Target="/ppt/notesMasters/notesMaster1.xml" Id="R167f1975e89f49b9" /><Relationship Type="http://schemas.openxmlformats.org/officeDocument/2006/relationships/presProps" Target="/ppt/presProps.xml" Id="R7c43601170c84039" /><Relationship Type="http://schemas.openxmlformats.org/officeDocument/2006/relationships/tableStyles" Target="/ppt/tableStyles.xml" Id="R5fe4a5d5ee72492a" /><Relationship Type="http://schemas.openxmlformats.org/officeDocument/2006/relationships/slide" Target="/ppt/slides/slide1.xml" Id="R262afea5e45b429d" /><Relationship Type="http://schemas.openxmlformats.org/officeDocument/2006/relationships/slide" Target="/ppt/slides/slide2.xml" Id="R028510bff36f4f3b" /><Relationship Type="http://schemas.openxmlformats.org/officeDocument/2006/relationships/slide" Target="/ppt/slides/slide3.xml" Id="R572e4a1ec8064d1e" /><Relationship Type="http://schemas.openxmlformats.org/officeDocument/2006/relationships/slide" Target="/ppt/slides/slide4.xml" Id="Ra0e705cc33d94ba8" /><Relationship Type="http://schemas.openxmlformats.org/officeDocument/2006/relationships/slide" Target="/ppt/slides/slide5.xml" Id="R7cb1ff813f824ae3" /><Relationship Type="http://schemas.openxmlformats.org/officeDocument/2006/relationships/slide" Target="/ppt/slides/slide6.xml" Id="R35ca20ffbc494f8b" /><Relationship Type="http://schemas.openxmlformats.org/officeDocument/2006/relationships/slide" Target="/ppt/slides/slide7.xml" Id="Re23d2ead3e0a4d47" /><Relationship Type="http://schemas.openxmlformats.org/officeDocument/2006/relationships/slide" Target="/ppt/slides/slide8.xml" Id="R35fde872f0914dc3" /><Relationship Type="http://schemas.openxmlformats.org/officeDocument/2006/relationships/slide" Target="/ppt/slides/slide9.xml" Id="Rd794b0969a0a4d9c" /><Relationship Type="http://schemas.openxmlformats.org/officeDocument/2006/relationships/slide" Target="/ppt/slides/slide10.xml" Id="R82a3dfda58d54c14" /><Relationship Type="http://schemas.openxmlformats.org/officeDocument/2006/relationships/slide" Target="/ppt/slides/slide11.xml" Id="Rd62f3c63961046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4cdcc2d03545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a357d644ea4fac" /><Relationship Type="http://schemas.openxmlformats.org/officeDocument/2006/relationships/notesMaster" Target="/ppt/notesMasters/notesMaster1.xml" Id="R322d5ff43df448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f97588be2644b5" /><Relationship Type="http://schemas.openxmlformats.org/officeDocument/2006/relationships/notesMaster" Target="/ppt/notesMasters/notesMaster1.xml" Id="R91ccc7c8a79c49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06a41d6a53406b" /><Relationship Type="http://schemas.openxmlformats.org/officeDocument/2006/relationships/notesMaster" Target="/ppt/notesMasters/notesMaster1.xml" Id="R7e36ff6ab9b742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ba71551cdc4aa5" /><Relationship Type="http://schemas.openxmlformats.org/officeDocument/2006/relationships/notesMaster" Target="/ppt/notesMasters/notesMaster1.xml" Id="Rfad6f8c0fe6940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b621194af9417a" /><Relationship Type="http://schemas.openxmlformats.org/officeDocument/2006/relationships/notesMaster" Target="/ppt/notesMasters/notesMaster1.xml" Id="R05a55c73d8ef48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8551095ab44702" /><Relationship Type="http://schemas.openxmlformats.org/officeDocument/2006/relationships/notesMaster" Target="/ppt/notesMasters/notesMaster1.xml" Id="R54e9e98ea31b48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44e85895704294" /><Relationship Type="http://schemas.openxmlformats.org/officeDocument/2006/relationships/notesMaster" Target="/ppt/notesMasters/notesMaster1.xml" Id="R3e304ec4114e45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04b16636884a86" /><Relationship Type="http://schemas.openxmlformats.org/officeDocument/2006/relationships/notesMaster" Target="/ppt/notesMasters/notesMaster1.xml" Id="Ra93f3989ebde4d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e774d6e3ff45e7" /><Relationship Type="http://schemas.openxmlformats.org/officeDocument/2006/relationships/notesMaster" Target="/ppt/notesMasters/notesMaster1.xml" Id="Rcd303549a18648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ef5f7cdbd54896" /><Relationship Type="http://schemas.openxmlformats.org/officeDocument/2006/relationships/notesMaster" Target="/ppt/notesMasters/notesMaster1.xml" Id="R3aede4ccf76443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9570f870984e16" /><Relationship Type="http://schemas.openxmlformats.org/officeDocument/2006/relationships/notesMaster" Target="/ppt/notesMasters/notesMaster1.xml" Id="Re5ae3d0ecac242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AI as one part of RGB's main gameplay loop. The system coordinates several enemies while allowing each enemy type to retain its own movement and attack behavior. The presentation focuses on the design problem, the architecture, the three enemy variants, and the technical choices behind the implementation.</a:t>
            </a:r>
          </a:p>
          <a:p xmlns:a="http://schemas.openxmlformats.org/drawingml/2006/main">
            <a:r>
              <a:t/>
            </a:r>
          </a:p>
          <a:p xmlns:a="http://schemas.openxmlformats.org/drawingml/2006/main">
            <a:r>
              <a:t>Source: ENEMY_AI_SYSTEM_EXPLAINED.txt, document summary and section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player experience. If every enemy independently runs straight at the player and attacks as soon as possible, encounters become crowded and difficult to read. RGB therefore needs both variety and control: enemies should feel active, but their attacks should remain understandable and fair.</a:t>
            </a:r>
          </a:p>
          <a:p xmlns:a="http://schemas.openxmlformats.org/drawingml/2006/main">
            <a:r>
              <a:t/>
            </a:r>
          </a:p>
          <a:p xmlns:a="http://schemas.openxmlformats.org/drawingml/2006/main">
            <a:r>
              <a:t>Source: ENEMY_AI_SYSTEM_EXPLAINED.txt, overview and section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coordinator makes decisions that require shared knowledge, such as choosing attackers or reserving a teleport destination. Each enemy actor then executes its own movement and attack. Arena control sits around both layers and handles lifecycle events. This structure avoids one enormous AI class while still giving the group consistent rules.</a:t>
            </a:r>
          </a:p>
          <a:p xmlns:a="http://schemas.openxmlformats.org/drawingml/2006/main">
            <a:r>
              <a:t/>
            </a:r>
          </a:p>
          <a:p xmlns:a="http://schemas.openxmlformats.org/drawingml/2006/main">
            <a:r>
              <a:t>Source: ENEMY_AI_SYSTEM_EXPLAINED.txt, sections 1 and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action-state enum gives all enemy variants the same language for debugging. Coordination roles answer a different question: what job should this enemy perform for the group? Assignments have a lease, so an enemy cannot follow stale instructions forever. Commitment time also prevents two similarly positioned enemies from repeatedly swapping roles.</a:t>
            </a:r>
          </a:p>
          <a:p xmlns:a="http://schemas.openxmlformats.org/drawingml/2006/main">
            <a:r>
              <a:t/>
            </a:r>
          </a:p>
          <a:p xmlns:a="http://schemas.openxmlformats.org/drawingml/2006/main">
            <a:r>
              <a:t>Source: ENEMY_AI_SYSTEM_EXPLAINED.txt, sections 2, 3, and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coordinator updates on a timer. It removes invalid references, finds the player, gathers candidates, sorts them, and preserves an existing committed attacker when appropriate. It then selects up to the configured maximum. Attack permission and teleport reservations operate like shared resources that enemies must acquire before continuing.</a:t>
            </a:r>
          </a:p>
          <a:p xmlns:a="http://schemas.openxmlformats.org/drawingml/2006/main">
            <a:r>
              <a:t/>
            </a:r>
          </a:p>
          <a:p xmlns:a="http://schemas.openxmlformats.org/drawingml/2006/main">
            <a:r>
              <a:t>Source: ENEMY_AI_SYSTEM_EXPLAINED.txt, section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ground enemy patrols only when no coordinated movement takes priority. A forward sphere sweep detects blocking geometry, while a downward trace checks for safe ground ahead. Detection uses a larger lose-interest range to prevent rapid target flickering. During an attack, a delayed timer performs a fresh range check before applying damage.</a:t>
            </a:r>
          </a:p>
          <a:p xmlns:a="http://schemas.openxmlformats.org/drawingml/2006/main">
            <a:r>
              <a:t/>
            </a:r>
          </a:p>
          <a:p xmlns:a="http://schemas.openxmlformats.org/drawingml/2006/main">
            <a:r>
              <a:t>Source: ENEMY_AI_SYSTEM_EXPLAINED.txt, sections 5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designers place and tag the legal teleport points. The enemy filters unsafe choices, scores the remaining points using randomness and player proximity, and reserves the winner before charging. At the end of the charge, it validates the capsule location again. Its area attack follows the same fairness rule: warn first, then recheck the player before damage.</a:t>
            </a:r>
          </a:p>
          <a:p xmlns:a="http://schemas.openxmlformats.org/drawingml/2006/main">
            <a:r>
              <a:t/>
            </a:r>
          </a:p>
          <a:p xmlns:a="http://schemas.openxmlformats.org/drawingml/2006/main">
            <a:r>
              <a:t>Source: ENEMY_AI_SYSTEM_EXPLAINED.txt,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flyer calculates a desired velocity from pursuit, separation, and obstacle avoidance. It approaches that velocity gradually, which produces smoother motion. Movement uses collision sweeps and a second slide movement after a hit. Before moving, the target position is clamped to the camera zone so the enemy stays within the active arena.</a:t>
            </a:r>
          </a:p>
          <a:p xmlns:a="http://schemas.openxmlformats.org/drawingml/2006/main">
            <a:r>
              <a:t/>
            </a:r>
          </a:p>
          <a:p xmlns:a="http://schemas.openxmlformats.org/drawingml/2006/main">
            <a:r>
              <a:t>Source: ENEMY_AI_SYSTEM_EXPLAINED.txt,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Enemy AI is tied directly to the color puzzle. A hit only succeeds when the projectile color matches the enemy. On elimination, a grounded enemy can transfer its color to its current RGB platform. Arena control then handles event cleanup and optionally restores the same configured enemy instance after a fixed or progress-scaled delay.</a:t>
            </a:r>
          </a:p>
          <a:p xmlns:a="http://schemas.openxmlformats.org/drawingml/2006/main">
            <a:r>
              <a:t/>
            </a:r>
          </a:p>
          <a:p xmlns:a="http://schemas.openxmlformats.org/drawingml/2006/main">
            <a:r>
              <a:t>Source: ENEMY_AI_SYSTEM_EXPLAINED.txt, sections 9 and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Unreal-MAP could support training and evaluation across many simulated encounters. However, it is a broader research environment rather than a small AI plugin. Integrating it would require communication interfaces, observations, actions, rewards, episode reset logic, and engine-version migration. Since RGB already had working C++ AI, deterministic coordination offered the best balance of quality and scope.</a:t>
            </a:r>
          </a:p>
          <a:p xmlns:a="http://schemas.openxmlformats.org/drawingml/2006/main">
            <a:r>
              <a:t/>
            </a:r>
          </a:p>
          <a:p xmlns:a="http://schemas.openxmlformats.org/drawingml/2006/main">
            <a:r>
              <a:t>Source: ENEMY_AI_SYSTEM_EXPLAINED.txt, section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separating completed work from future ideas. The current implementation already coordinates attacks, handles three specialized enemy types, integrates with color combat, and manages arena lifecycle. It does not yet provide global navigation, puzzle-aware sabotage, cannon tactics, or networking. Those limitations define a clear direction for future work rather than weakening the current system.</a:t>
            </a:r>
          </a:p>
          <a:p xmlns:a="http://schemas.openxmlformats.org/drawingml/2006/main">
            <a:r>
              <a:t/>
            </a:r>
          </a:p>
          <a:p xmlns:a="http://schemas.openxmlformats.org/drawingml/2006/main">
            <a:r>
              <a:t>Source: ENEMY_AI_SYSTEM_EXPLAINED.txt, sections 12, 13, and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3a182daa6743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b463c6098547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168a0bc57341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6986d237184b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4269a0f1d743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75eb5f2e0f4b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842860-9A0A-4968-8E4C-56D1D3B509A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BE1B08-5F3E-4387-8EF8-5432F23CA84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500D8F-6061-40BA-905A-925C7E31B77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B2E8A8-318B-43CD-A93E-1527AF7DCC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51151C2-EB2F-49B6-B1D7-9B11E0B3FB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3957F2-4832-4BA2-80BA-4753D34D02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C40023-0220-4866-BFA1-C5495627E1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B267A0-E580-40D2-869E-784631C1580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044162-D6F9-4DDC-AC03-36C2892060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4477CE-C807-486B-B9B9-ED430E90BB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e975ac7582420f" /><Relationship Type="http://schemas.openxmlformats.org/officeDocument/2006/relationships/slideLayout" Target="/ppt/slideLayouts/slideLayout1.xml" Id="Ra73dff56a38548cb" /><Relationship Type="http://schemas.openxmlformats.org/officeDocument/2006/relationships/slideLayout" Target="/ppt/slideLayouts/slideLayout2.xml" Id="R3975c3f9d9554f71" /><Relationship Type="http://schemas.openxmlformats.org/officeDocument/2006/relationships/slideLayout" Target="/ppt/slideLayouts/slideLayout3.xml" Id="R0d4420fe850e4ef4" /><Relationship Type="http://schemas.openxmlformats.org/officeDocument/2006/relationships/slideLayout" Target="/ppt/slideLayouts/slideLayout4.xml" Id="Re304bf583926483e" /><Relationship Type="http://schemas.openxmlformats.org/officeDocument/2006/relationships/slideLayout" Target="/ppt/slideLayouts/slideLayout5.xml" Id="Rd3a4a04f7ef74b77" /><Relationship Type="http://schemas.openxmlformats.org/officeDocument/2006/relationships/slideLayout" Target="/ppt/slideLayouts/slideLayout6.xml" Id="R805c71cbc63d48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3dff56a38548cb"/>
    <p:sldLayoutId xmlns:r="http://schemas.openxmlformats.org/officeDocument/2006/relationships" id="2147483650" r:id="R3975c3f9d9554f71"/>
    <p:sldLayoutId xmlns:r="http://schemas.openxmlformats.org/officeDocument/2006/relationships" id="2147483651" r:id="R0d4420fe850e4ef4"/>
    <p:sldLayoutId xmlns:r="http://schemas.openxmlformats.org/officeDocument/2006/relationships" id="2147483652" r:id="Re304bf583926483e"/>
    <p:sldLayoutId xmlns:r="http://schemas.openxmlformats.org/officeDocument/2006/relationships" id="2147483653" r:id="Rd3a4a04f7ef74b77"/>
    <p:sldLayoutId xmlns:r="http://schemas.openxmlformats.org/officeDocument/2006/relationships" id="2147483654" r:id="R805c71cbc63d48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2d783ff64c4fa8" /><Relationship Type="http://schemas.openxmlformats.org/officeDocument/2006/relationships/notesSlide" Target="/ppt/notesSlides/notesSlide1.xml" Id="Rb8152d7714f741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fc1573b37c4456" /><Relationship Type="http://schemas.openxmlformats.org/officeDocument/2006/relationships/notesSlide" Target="/ppt/notesSlides/notesSlide2.xml" Id="Rfe201fc25edb44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acc68901ee41a1" /><Relationship Type="http://schemas.openxmlformats.org/officeDocument/2006/relationships/notesSlide" Target="/ppt/notesSlides/notesSlide3.xml" Id="Rd5cac8b058824b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fd1406f6b1490b" /><Relationship Type="http://schemas.openxmlformats.org/officeDocument/2006/relationships/notesSlide" Target="/ppt/notesSlides/notesSlide4.xml" Id="R32115d2cdcea40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26fa19853d4f6d" /><Relationship Type="http://schemas.openxmlformats.org/officeDocument/2006/relationships/notesSlide" Target="/ppt/notesSlides/notesSlide5.xml" Id="R63d23eb9e22446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f71b58d58f44ea" /><Relationship Type="http://schemas.openxmlformats.org/officeDocument/2006/relationships/notesSlide" Target="/ppt/notesSlides/notesSlide6.xml" Id="R05307dffe0d44b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3948f11d794537" /><Relationship Type="http://schemas.openxmlformats.org/officeDocument/2006/relationships/notesSlide" Target="/ppt/notesSlides/notesSlide7.xml" Id="Re0b09c963a884b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04abc0d1c641e5" /><Relationship Type="http://schemas.openxmlformats.org/officeDocument/2006/relationships/notesSlide" Target="/ppt/notesSlides/notesSlide8.xml" Id="Rec7e2db3571644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d0c3ca67ce4241" /><Relationship Type="http://schemas.openxmlformats.org/officeDocument/2006/relationships/notesSlide" Target="/ppt/notesSlides/notesSlide9.xml" Id="R3e8141230eb54f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b017c1f4704ee5" /><Relationship Type="http://schemas.openxmlformats.org/officeDocument/2006/relationships/notesSlide" Target="/ppt/notesSlides/notesSlide10.xml" Id="Rd5b2c9bf992143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715f342da141e0" /><Relationship Type="http://schemas.openxmlformats.org/officeDocument/2006/relationships/notesSlide" Target="/ppt/notesSlides/notesSlide11.xml" Id="R4d835b18beb94d70" /></Relationships>
</file>

<file path=ppt/slides/slide1.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923CB32-46C4-414C-9AE7-CB86F85DAF1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74A5A4-D148-4D25-9650-0E92D7AEA0B7}"/>
              </a:ext>
            </a:extLst>
          </p:cNvPr>
          <p:cNvSpPr>
            <a:spLocks xmlns:a="http://schemas.openxmlformats.org/drawingml/2006/main" noGrp="1"/>
          </p:cNvSpPr>
          <p:nvPr/>
        </p:nvSpPr>
        <p:spPr>
          <a:xfrm xmlns:a="http://schemas.openxmlformats.org/drawingml/2006/main">
            <a:off x="171450" y="0"/>
            <a:ext cx="171450" cy="685800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A13AC3-7936-43E7-9648-EF9F04FBD3CF}"/>
              </a:ext>
            </a:extLst>
          </p:cNvPr>
          <p:cNvSpPr>
            <a:spLocks xmlns:a="http://schemas.openxmlformats.org/drawingml/2006/main" noGrp="1"/>
          </p:cNvSpPr>
          <p:nvPr/>
        </p:nvSpPr>
        <p:spPr>
          <a:xfrm xmlns:a="http://schemas.openxmlformats.org/drawingml/2006/main">
            <a:off x="342900" y="0"/>
            <a:ext cx="171450" cy="685800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89D5081-060F-4D2A-B6F4-165B580DE628}"/>
              </a:ext>
            </a:extLst>
          </p:cNvPr>
          <p:cNvSpPr>
            <a:spLocks xmlns:a="http://schemas.openxmlformats.org/drawingml/2006/main" noGrp="1"/>
          </p:cNvSpPr>
          <p:nvPr/>
        </p:nvSpPr>
        <p:spPr>
          <a:xfrm xmlns:a="http://schemas.openxmlformats.org/drawingml/2006/main">
            <a:off x="952500" y="9525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5400" b="1">
                <a:solidFill>
                  <a:srgbClr val="F5F7FB"/>
                </a:solidFill>
                <a:latin typeface="Aptos"/>
                <a:ea typeface="Aptos"/>
                <a:cs typeface="Aptos"/>
              </a:defRPr>
            </a:defPPr>
            <a:lvl1pPr>
              <a:defRPr sz="5400" b="1">
                <a:solidFill>
                  <a:srgbClr val="F5F7FB"/>
                </a:solidFill>
                <a:latin typeface="Aptos"/>
                <a:ea typeface="Aptos"/>
                <a:cs typeface="Aptos"/>
              </a:defRPr>
            </a:lvl1pPr>
            <a:lvl2pPr>
              <a:defRPr sz="5400" b="1">
                <a:solidFill>
                  <a:srgbClr val="F5F7FB"/>
                </a:solidFill>
                <a:latin typeface="Aptos"/>
                <a:ea typeface="Aptos"/>
                <a:cs typeface="Aptos"/>
              </a:defRPr>
            </a:lvl2pPr>
            <a:lvl3pPr>
              <a:defRPr sz="5400" b="1">
                <a:solidFill>
                  <a:srgbClr val="F5F7FB"/>
                </a:solidFill>
                <a:latin typeface="Aptos"/>
                <a:ea typeface="Aptos"/>
                <a:cs typeface="Aptos"/>
              </a:defRPr>
            </a:lvl3pPr>
            <a:lvl4pPr>
              <a:defRPr sz="5400" b="1">
                <a:solidFill>
                  <a:srgbClr val="F5F7FB"/>
                </a:solidFill>
                <a:latin typeface="Aptos"/>
                <a:ea typeface="Aptos"/>
                <a:cs typeface="Aptos"/>
              </a:defRPr>
            </a:lvl4pPr>
            <a:lvl5pPr>
              <a:defRPr sz="5400" b="1">
                <a:solidFill>
                  <a:srgbClr val="F5F7FB"/>
                </a:solidFill>
                <a:latin typeface="Aptos"/>
                <a:ea typeface="Aptos"/>
                <a:cs typeface="Aptos"/>
              </a:defRPr>
            </a:lvl5pPr>
            <a:lvl6pPr>
              <a:defRPr sz="5400" b="1">
                <a:solidFill>
                  <a:srgbClr val="F5F7FB"/>
                </a:solidFill>
                <a:latin typeface="Aptos"/>
                <a:ea typeface="Aptos"/>
                <a:cs typeface="Aptos"/>
              </a:defRPr>
            </a:lvl6pPr>
            <a:lvl7pPr>
              <a:defRPr sz="5400" b="1">
                <a:solidFill>
                  <a:srgbClr val="F5F7FB"/>
                </a:solidFill>
                <a:latin typeface="Aptos"/>
                <a:ea typeface="Aptos"/>
                <a:cs typeface="Aptos"/>
              </a:defRPr>
            </a:lvl7pPr>
            <a:lvl8pPr>
              <a:defRPr sz="5400" b="1">
                <a:solidFill>
                  <a:srgbClr val="F5F7FB"/>
                </a:solidFill>
                <a:latin typeface="Aptos"/>
                <a:ea typeface="Aptos"/>
                <a:cs typeface="Aptos"/>
              </a:defRPr>
            </a:lvl8pPr>
            <a:lvl9pPr>
              <a:defRPr sz="5400" b="1">
                <a:solidFill>
                  <a:srgbClr val="F5F7FB"/>
                </a:solidFill>
                <a:latin typeface="Aptos"/>
                <a:ea typeface="Aptos"/>
                <a:cs typeface="Aptos"/>
              </a:defRPr>
            </a:lvl9pPr>
          </a:lstStyle>
          <a:p xmlns:a="http://schemas.openxmlformats.org/drawingml/2006/main">
            <a:pPr>
              <a:defRPr sz="5400" b="1">
                <a:solidFill>
                  <a:srgbClr val="F5F7FB"/>
                </a:solidFill>
                <a:latin typeface="Aptos"/>
                <a:ea typeface="Aptos"/>
                <a:cs typeface="Aptos"/>
              </a:defRPr>
            </a:pPr>
            <a:r>
              <a:rPr sz="5400" b="1">
                <a:solidFill>
                  <a:srgbClr val="F5F7FB"/>
                </a:solidFill>
                <a:latin typeface="Aptos"/>
                <a:ea typeface="Aptos"/>
                <a:cs typeface="Aptos"/>
              </a:rPr>
              <a:t>RGB</a:t>
            </a:r>
          </a:p>
        </p:txBody>
      </p:sp>
      <p:sp>
        <p:nvSpPr>
          <p:cNvPr id="5" name="">
            <a:extLst xmlns:a="http://schemas.openxmlformats.org/drawingml/2006/main">
              <a:ext uri="{FF2B5EF4-FFF2-40B4-BE49-F238E27FC236}">
                <a16:creationId xmlns:a16="http://schemas.microsoft.com/office/drawing/2014/main" id="{DB544C09-1A7A-433A-A0F7-610FD80FB7E8}"/>
              </a:ext>
            </a:extLst>
          </p:cNvPr>
          <p:cNvSpPr>
            <a:spLocks xmlns:a="http://schemas.openxmlformats.org/drawingml/2006/main" noGrp="1"/>
          </p:cNvSpPr>
          <p:nvPr/>
        </p:nvSpPr>
        <p:spPr>
          <a:xfrm xmlns:a="http://schemas.openxmlformats.org/drawingml/2006/main">
            <a:off x="952500" y="1952625"/>
            <a:ext cx="723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3600" b="1">
                <a:solidFill>
                  <a:srgbClr val="F5F7FB"/>
                </a:solidFill>
                <a:latin typeface="Aptos"/>
                <a:ea typeface="Aptos"/>
                <a:cs typeface="Aptos"/>
              </a:defRPr>
            </a:defPPr>
            <a:lvl1pPr>
              <a:defRPr sz="3600" b="1">
                <a:solidFill>
                  <a:srgbClr val="F5F7FB"/>
                </a:solidFill>
                <a:latin typeface="Aptos"/>
                <a:ea typeface="Aptos"/>
                <a:cs typeface="Aptos"/>
              </a:defRPr>
            </a:lvl1pPr>
            <a:lvl2pPr>
              <a:defRPr sz="3600" b="1">
                <a:solidFill>
                  <a:srgbClr val="F5F7FB"/>
                </a:solidFill>
                <a:latin typeface="Aptos"/>
                <a:ea typeface="Aptos"/>
                <a:cs typeface="Aptos"/>
              </a:defRPr>
            </a:lvl2pPr>
            <a:lvl3pPr>
              <a:defRPr sz="3600" b="1">
                <a:solidFill>
                  <a:srgbClr val="F5F7FB"/>
                </a:solidFill>
                <a:latin typeface="Aptos"/>
                <a:ea typeface="Aptos"/>
                <a:cs typeface="Aptos"/>
              </a:defRPr>
            </a:lvl3pPr>
            <a:lvl4pPr>
              <a:defRPr sz="3600" b="1">
                <a:solidFill>
                  <a:srgbClr val="F5F7FB"/>
                </a:solidFill>
                <a:latin typeface="Aptos"/>
                <a:ea typeface="Aptos"/>
                <a:cs typeface="Aptos"/>
              </a:defRPr>
            </a:lvl4pPr>
            <a:lvl5pPr>
              <a:defRPr sz="3600" b="1">
                <a:solidFill>
                  <a:srgbClr val="F5F7FB"/>
                </a:solidFill>
                <a:latin typeface="Aptos"/>
                <a:ea typeface="Aptos"/>
                <a:cs typeface="Aptos"/>
              </a:defRPr>
            </a:lvl5pPr>
            <a:lvl6pPr>
              <a:defRPr sz="3600" b="1">
                <a:solidFill>
                  <a:srgbClr val="F5F7FB"/>
                </a:solidFill>
                <a:latin typeface="Aptos"/>
                <a:ea typeface="Aptos"/>
                <a:cs typeface="Aptos"/>
              </a:defRPr>
            </a:lvl6pPr>
            <a:lvl7pPr>
              <a:defRPr sz="3600" b="1">
                <a:solidFill>
                  <a:srgbClr val="F5F7FB"/>
                </a:solidFill>
                <a:latin typeface="Aptos"/>
                <a:ea typeface="Aptos"/>
                <a:cs typeface="Aptos"/>
              </a:defRPr>
            </a:lvl7pPr>
            <a:lvl8pPr>
              <a:defRPr sz="3600" b="1">
                <a:solidFill>
                  <a:srgbClr val="F5F7FB"/>
                </a:solidFill>
                <a:latin typeface="Aptos"/>
                <a:ea typeface="Aptos"/>
                <a:cs typeface="Aptos"/>
              </a:defRPr>
            </a:lvl8pPr>
            <a:lvl9pPr>
              <a:defRPr sz="3600" b="1">
                <a:solidFill>
                  <a:srgbClr val="F5F7FB"/>
                </a:solidFill>
                <a:latin typeface="Aptos"/>
                <a:ea typeface="Aptos"/>
                <a:cs typeface="Aptos"/>
              </a:defRPr>
            </a:lvl9pPr>
          </a:lstStyle>
          <a:p xmlns:a="http://schemas.openxmlformats.org/drawingml/2006/main">
            <a:pPr>
              <a:defRPr sz="3600" b="1">
                <a:solidFill>
                  <a:srgbClr val="F5F7FB"/>
                </a:solidFill>
                <a:latin typeface="Aptos"/>
                <a:ea typeface="Aptos"/>
                <a:cs typeface="Aptos"/>
              </a:defRPr>
            </a:pPr>
            <a:r>
              <a:rPr sz="3600" b="1">
                <a:solidFill>
                  <a:srgbClr val="F5F7FB"/>
                </a:solidFill>
                <a:latin typeface="Aptos"/>
                <a:ea typeface="Aptos"/>
                <a:cs typeface="Aptos"/>
              </a:rPr>
              <a:t>Enemy AI System</a:t>
            </a:r>
          </a:p>
        </p:txBody>
      </p:sp>
      <p:sp>
        <p:nvSpPr>
          <p:cNvPr id="6" name="">
            <a:extLst xmlns:a="http://schemas.openxmlformats.org/drawingml/2006/main">
              <a:ext uri="{FF2B5EF4-FFF2-40B4-BE49-F238E27FC236}">
                <a16:creationId xmlns:a16="http://schemas.microsoft.com/office/drawing/2014/main" id="{1B2C2A7F-DE1D-49F0-8BB3-13BC27A8B105}"/>
              </a:ext>
            </a:extLst>
          </p:cNvPr>
          <p:cNvSpPr>
            <a:spLocks xmlns:a="http://schemas.openxmlformats.org/drawingml/2006/main" noGrp="1"/>
          </p:cNvSpPr>
          <p:nvPr/>
        </p:nvSpPr>
        <p:spPr>
          <a:xfrm xmlns:a="http://schemas.openxmlformats.org/drawingml/2006/main">
            <a:off x="990600" y="2952750"/>
            <a:ext cx="666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800" b="0">
                <a:solidFill>
                  <a:srgbClr val="AAB7CA"/>
                </a:solidFill>
                <a:latin typeface="Aptos"/>
                <a:ea typeface="Aptos"/>
                <a:cs typeface="Aptos"/>
              </a:defRPr>
            </a:defPPr>
            <a:lvl1pPr>
              <a:defRPr sz="1800" b="0">
                <a:solidFill>
                  <a:srgbClr val="AAB7CA"/>
                </a:solidFill>
                <a:latin typeface="Aptos"/>
                <a:ea typeface="Aptos"/>
                <a:cs typeface="Aptos"/>
              </a:defRPr>
            </a:lvl1pPr>
            <a:lvl2pPr>
              <a:defRPr sz="1800" b="0">
                <a:solidFill>
                  <a:srgbClr val="AAB7CA"/>
                </a:solidFill>
                <a:latin typeface="Aptos"/>
                <a:ea typeface="Aptos"/>
                <a:cs typeface="Aptos"/>
              </a:defRPr>
            </a:lvl2pPr>
            <a:lvl3pPr>
              <a:defRPr sz="1800" b="0">
                <a:solidFill>
                  <a:srgbClr val="AAB7CA"/>
                </a:solidFill>
                <a:latin typeface="Aptos"/>
                <a:ea typeface="Aptos"/>
                <a:cs typeface="Aptos"/>
              </a:defRPr>
            </a:lvl3pPr>
            <a:lvl4pPr>
              <a:defRPr sz="1800" b="0">
                <a:solidFill>
                  <a:srgbClr val="AAB7CA"/>
                </a:solidFill>
                <a:latin typeface="Aptos"/>
                <a:ea typeface="Aptos"/>
                <a:cs typeface="Aptos"/>
              </a:defRPr>
            </a:lvl4pPr>
            <a:lvl5pPr>
              <a:defRPr sz="1800" b="0">
                <a:solidFill>
                  <a:srgbClr val="AAB7CA"/>
                </a:solidFill>
                <a:latin typeface="Aptos"/>
                <a:ea typeface="Aptos"/>
                <a:cs typeface="Aptos"/>
              </a:defRPr>
            </a:lvl5pPr>
            <a:lvl6pPr>
              <a:defRPr sz="1800" b="0">
                <a:solidFill>
                  <a:srgbClr val="AAB7CA"/>
                </a:solidFill>
                <a:latin typeface="Aptos"/>
                <a:ea typeface="Aptos"/>
                <a:cs typeface="Aptos"/>
              </a:defRPr>
            </a:lvl6pPr>
            <a:lvl7pPr>
              <a:defRPr sz="1800" b="0">
                <a:solidFill>
                  <a:srgbClr val="AAB7CA"/>
                </a:solidFill>
                <a:latin typeface="Aptos"/>
                <a:ea typeface="Aptos"/>
                <a:cs typeface="Aptos"/>
              </a:defRPr>
            </a:lvl7pPr>
            <a:lvl8pPr>
              <a:defRPr sz="1800" b="0">
                <a:solidFill>
                  <a:srgbClr val="AAB7CA"/>
                </a:solidFill>
                <a:latin typeface="Aptos"/>
                <a:ea typeface="Aptos"/>
                <a:cs typeface="Aptos"/>
              </a:defRPr>
            </a:lvl8pPr>
            <a:lvl9pPr>
              <a:defRPr sz="1800" b="0">
                <a:solidFill>
                  <a:srgbClr val="AAB7CA"/>
                </a:solidFill>
                <a:latin typeface="Aptos"/>
                <a:ea typeface="Aptos"/>
                <a:cs typeface="Aptos"/>
              </a:defRPr>
            </a:lvl9pPr>
          </a:lstStyle>
          <a:p xmlns:a="http://schemas.openxmlformats.org/drawingml/2006/main">
            <a:pPr>
              <a:defRPr sz="1800" b="0">
                <a:solidFill>
                  <a:srgbClr val="AAB7CA"/>
                </a:solidFill>
                <a:latin typeface="Aptos"/>
                <a:ea typeface="Aptos"/>
                <a:cs typeface="Aptos"/>
              </a:defRPr>
            </a:pPr>
            <a:r>
              <a:rPr sz="1800" b="0">
                <a:solidFill>
                  <a:srgbClr val="AAB7CA"/>
                </a:solidFill>
                <a:latin typeface="Aptos"/>
                <a:ea typeface="Aptos"/>
                <a:cs typeface="Aptos"/>
              </a:rPr>
              <a:t>Coordinated enemy behavior in an Unreal Engine 5.7 action-puzzle platformer</a:t>
            </a:r>
          </a:p>
        </p:txBody>
      </p:sp>
      <p:sp>
        <p:nvSpPr>
          <p:cNvPr id="7" name="">
            <a:extLst xmlns:a="http://schemas.openxmlformats.org/drawingml/2006/main">
              <a:ext uri="{FF2B5EF4-FFF2-40B4-BE49-F238E27FC236}">
                <a16:creationId xmlns:a16="http://schemas.microsoft.com/office/drawing/2014/main" id="{3A0810C0-6380-4744-B7FD-E40F0576AD84}"/>
              </a:ext>
            </a:extLst>
          </p:cNvPr>
          <p:cNvSpPr>
            <a:spLocks xmlns:a="http://schemas.openxmlformats.org/drawingml/2006/main" noGrp="1"/>
          </p:cNvSpPr>
          <p:nvPr/>
        </p:nvSpPr>
        <p:spPr>
          <a:xfrm xmlns:a="http://schemas.openxmlformats.org/drawingml/2006/main">
            <a:off x="8382000" y="1428750"/>
            <a:ext cx="2571750" cy="857250"/>
          </a:xfrm>
          <a:prstGeom xmlns:a="http://schemas.openxmlformats.org/drawingml/2006/main" prst="roundRect">
            <a:avLst>
              <a:gd name="adj" fmla="val 13333"/>
            </a:avLst>
          </a:prstGeom>
          <a:solidFill xmlns:a="http://schemas.openxmlformats.org/drawingml/2006/main">
            <a:srgbClr val="16243A"/>
          </a:solidFill>
          <a:ln xmlns:a="http://schemas.openxmlformats.org/drawingml/2006/main" w="14288">
            <a:solidFill>
              <a:srgbClr val="F04E5E"/>
            </a:solidFill>
            <a:prstDash val="solid"/>
          </a:ln>
        </p:spPr>
      </p:sp>
      <p:sp>
        <p:nvSpPr>
          <p:cNvPr id="8" name="">
            <a:extLst xmlns:a="http://schemas.openxmlformats.org/drawingml/2006/main">
              <a:ext uri="{FF2B5EF4-FFF2-40B4-BE49-F238E27FC236}">
                <a16:creationId xmlns:a16="http://schemas.microsoft.com/office/drawing/2014/main" id="{1A4E8FE5-227D-4E9A-8C9D-008001E37928}"/>
              </a:ext>
            </a:extLst>
          </p:cNvPr>
          <p:cNvSpPr>
            <a:spLocks xmlns:a="http://schemas.openxmlformats.org/drawingml/2006/main" noGrp="1"/>
          </p:cNvSpPr>
          <p:nvPr/>
        </p:nvSpPr>
        <p:spPr>
          <a:xfrm xmlns:a="http://schemas.openxmlformats.org/drawingml/2006/main">
            <a:off x="8382000" y="1428750"/>
            <a:ext cx="76200" cy="85725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FC7F773-59FC-4EFE-8710-5E013376059D}"/>
              </a:ext>
            </a:extLst>
          </p:cNvPr>
          <p:cNvSpPr>
            <a:spLocks xmlns:a="http://schemas.openxmlformats.org/drawingml/2006/main" noGrp="1"/>
          </p:cNvSpPr>
          <p:nvPr/>
        </p:nvSpPr>
        <p:spPr>
          <a:xfrm xmlns:a="http://schemas.openxmlformats.org/drawingml/2006/main">
            <a:off x="8610600" y="160020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COORDINATE</a:t>
            </a:r>
          </a:p>
        </p:txBody>
      </p:sp>
      <p:sp>
        <p:nvSpPr>
          <p:cNvPr id="10" name="">
            <a:extLst xmlns:a="http://schemas.openxmlformats.org/drawingml/2006/main">
              <a:ext uri="{FF2B5EF4-FFF2-40B4-BE49-F238E27FC236}">
                <a16:creationId xmlns:a16="http://schemas.microsoft.com/office/drawing/2014/main" id="{EFF6C039-3C5C-4B35-9D2B-80ED1E0CA559}"/>
              </a:ext>
            </a:extLst>
          </p:cNvPr>
          <p:cNvSpPr>
            <a:spLocks xmlns:a="http://schemas.openxmlformats.org/drawingml/2006/main" noGrp="1"/>
          </p:cNvSpPr>
          <p:nvPr/>
        </p:nvSpPr>
        <p:spPr>
          <a:xfrm xmlns:a="http://schemas.openxmlformats.org/drawingml/2006/main">
            <a:off x="8610600" y="1924050"/>
            <a:ext cx="217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Choose who attacks</a:t>
            </a:r>
          </a:p>
        </p:txBody>
      </p:sp>
      <p:sp>
        <p:nvSpPr>
          <p:cNvPr id="11" name="">
            <a:extLst xmlns:a="http://schemas.openxmlformats.org/drawingml/2006/main">
              <a:ext uri="{FF2B5EF4-FFF2-40B4-BE49-F238E27FC236}">
                <a16:creationId xmlns:a16="http://schemas.microsoft.com/office/drawing/2014/main" id="{04DA02A1-5F0B-437C-BE0C-25FF88950E25}"/>
              </a:ext>
            </a:extLst>
          </p:cNvPr>
          <p:cNvSpPr>
            <a:spLocks xmlns:a="http://schemas.openxmlformats.org/drawingml/2006/main" noGrp="1"/>
          </p:cNvSpPr>
          <p:nvPr/>
        </p:nvSpPr>
        <p:spPr>
          <a:xfrm xmlns:a="http://schemas.openxmlformats.org/drawingml/2006/main">
            <a:off x="8858250" y="2667000"/>
            <a:ext cx="2571750" cy="857250"/>
          </a:xfrm>
          <a:prstGeom xmlns:a="http://schemas.openxmlformats.org/drawingml/2006/main" prst="roundRect">
            <a:avLst>
              <a:gd name="adj" fmla="val 13333"/>
            </a:avLst>
          </a:prstGeom>
          <a:solidFill xmlns:a="http://schemas.openxmlformats.org/drawingml/2006/main">
            <a:srgbClr val="16243A"/>
          </a:solidFill>
          <a:ln xmlns:a="http://schemas.openxmlformats.org/drawingml/2006/main" w="14288">
            <a:solidFill>
              <a:srgbClr val="45D483"/>
            </a:solidFill>
            <a:prstDash val="solid"/>
          </a:ln>
        </p:spPr>
      </p:sp>
      <p:sp>
        <p:nvSpPr>
          <p:cNvPr id="12" name="">
            <a:extLst xmlns:a="http://schemas.openxmlformats.org/drawingml/2006/main">
              <a:ext uri="{FF2B5EF4-FFF2-40B4-BE49-F238E27FC236}">
                <a16:creationId xmlns:a16="http://schemas.microsoft.com/office/drawing/2014/main" id="{F508CC8F-74F1-455F-A3DB-D6141FC95AB9}"/>
              </a:ext>
            </a:extLst>
          </p:cNvPr>
          <p:cNvSpPr>
            <a:spLocks xmlns:a="http://schemas.openxmlformats.org/drawingml/2006/main" noGrp="1"/>
          </p:cNvSpPr>
          <p:nvPr/>
        </p:nvSpPr>
        <p:spPr>
          <a:xfrm xmlns:a="http://schemas.openxmlformats.org/drawingml/2006/main">
            <a:off x="8858250" y="2667000"/>
            <a:ext cx="76200" cy="85725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5032B93-F1C7-4AD5-B579-3D47428CAE46}"/>
              </a:ext>
            </a:extLst>
          </p:cNvPr>
          <p:cNvSpPr>
            <a:spLocks xmlns:a="http://schemas.openxmlformats.org/drawingml/2006/main" noGrp="1"/>
          </p:cNvSpPr>
          <p:nvPr/>
        </p:nvSpPr>
        <p:spPr>
          <a:xfrm xmlns:a="http://schemas.openxmlformats.org/drawingml/2006/main">
            <a:off x="9086850" y="28384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SPECIALIZE</a:t>
            </a:r>
          </a:p>
        </p:txBody>
      </p:sp>
      <p:sp>
        <p:nvSpPr>
          <p:cNvPr id="14" name="">
            <a:extLst xmlns:a="http://schemas.openxmlformats.org/drawingml/2006/main">
              <a:ext uri="{FF2B5EF4-FFF2-40B4-BE49-F238E27FC236}">
                <a16:creationId xmlns:a16="http://schemas.microsoft.com/office/drawing/2014/main" id="{FCA48C97-9B5A-4928-8093-0D7B1822F42E}"/>
              </a:ext>
            </a:extLst>
          </p:cNvPr>
          <p:cNvSpPr>
            <a:spLocks xmlns:a="http://schemas.openxmlformats.org/drawingml/2006/main" noGrp="1"/>
          </p:cNvSpPr>
          <p:nvPr/>
        </p:nvSpPr>
        <p:spPr>
          <a:xfrm xmlns:a="http://schemas.openxmlformats.org/drawingml/2006/main">
            <a:off x="9086850" y="3162300"/>
            <a:ext cx="217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Move in distinct ways</a:t>
            </a:r>
          </a:p>
        </p:txBody>
      </p:sp>
      <p:sp>
        <p:nvSpPr>
          <p:cNvPr id="15" name="">
            <a:extLst xmlns:a="http://schemas.openxmlformats.org/drawingml/2006/main">
              <a:ext uri="{FF2B5EF4-FFF2-40B4-BE49-F238E27FC236}">
                <a16:creationId xmlns:a16="http://schemas.microsoft.com/office/drawing/2014/main" id="{E3917A6B-7559-4400-B5A7-CCBA55F1C8BD}"/>
              </a:ext>
            </a:extLst>
          </p:cNvPr>
          <p:cNvSpPr>
            <a:spLocks xmlns:a="http://schemas.openxmlformats.org/drawingml/2006/main" noGrp="1"/>
          </p:cNvSpPr>
          <p:nvPr/>
        </p:nvSpPr>
        <p:spPr>
          <a:xfrm xmlns:a="http://schemas.openxmlformats.org/drawingml/2006/main">
            <a:off x="8096250" y="3905250"/>
            <a:ext cx="2571750" cy="857250"/>
          </a:xfrm>
          <a:prstGeom xmlns:a="http://schemas.openxmlformats.org/drawingml/2006/main" prst="roundRect">
            <a:avLst>
              <a:gd name="adj" fmla="val 13333"/>
            </a:avLst>
          </a:prstGeom>
          <a:solidFill xmlns:a="http://schemas.openxmlformats.org/drawingml/2006/main">
            <a:srgbClr val="16243A"/>
          </a:solidFill>
          <a:ln xmlns:a="http://schemas.openxmlformats.org/drawingml/2006/main" w="14288">
            <a:solidFill>
              <a:srgbClr val="4BA7FF"/>
            </a:solidFill>
            <a:prstDash val="solid"/>
          </a:ln>
        </p:spPr>
      </p:sp>
      <p:sp>
        <p:nvSpPr>
          <p:cNvPr id="16" name="">
            <a:extLst xmlns:a="http://schemas.openxmlformats.org/drawingml/2006/main">
              <a:ext uri="{FF2B5EF4-FFF2-40B4-BE49-F238E27FC236}">
                <a16:creationId xmlns:a16="http://schemas.microsoft.com/office/drawing/2014/main" id="{A5E90CF7-A0CD-4F91-8E8E-7E841B9C2ACE}"/>
              </a:ext>
            </a:extLst>
          </p:cNvPr>
          <p:cNvSpPr>
            <a:spLocks xmlns:a="http://schemas.openxmlformats.org/drawingml/2006/main" noGrp="1"/>
          </p:cNvSpPr>
          <p:nvPr/>
        </p:nvSpPr>
        <p:spPr>
          <a:xfrm xmlns:a="http://schemas.openxmlformats.org/drawingml/2006/main">
            <a:off x="8096250" y="3905250"/>
            <a:ext cx="76200" cy="85725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662AFA-E979-44F7-8765-7924F37910DB}"/>
              </a:ext>
            </a:extLst>
          </p:cNvPr>
          <p:cNvSpPr>
            <a:spLocks xmlns:a="http://schemas.openxmlformats.org/drawingml/2006/main" noGrp="1"/>
          </p:cNvSpPr>
          <p:nvPr/>
        </p:nvSpPr>
        <p:spPr>
          <a:xfrm xmlns:a="http://schemas.openxmlformats.org/drawingml/2006/main">
            <a:off x="8324850" y="407670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REVALIDATE</a:t>
            </a:r>
          </a:p>
        </p:txBody>
      </p:sp>
      <p:sp>
        <p:nvSpPr>
          <p:cNvPr id="18" name="">
            <a:extLst xmlns:a="http://schemas.openxmlformats.org/drawingml/2006/main">
              <a:ext uri="{FF2B5EF4-FFF2-40B4-BE49-F238E27FC236}">
                <a16:creationId xmlns:a16="http://schemas.microsoft.com/office/drawing/2014/main" id="{64B00F92-823C-4788-9CB0-DD0BE2E5DB45}"/>
              </a:ext>
            </a:extLst>
          </p:cNvPr>
          <p:cNvSpPr>
            <a:spLocks xmlns:a="http://schemas.openxmlformats.org/drawingml/2006/main" noGrp="1"/>
          </p:cNvSpPr>
          <p:nvPr/>
        </p:nvSpPr>
        <p:spPr>
          <a:xfrm xmlns:a="http://schemas.openxmlformats.org/drawingml/2006/main">
            <a:off x="8324850" y="4400550"/>
            <a:ext cx="217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Check before impact</a:t>
            </a:r>
          </a:p>
        </p:txBody>
      </p:sp>
      <p:sp>
        <p:nvSpPr>
          <p:cNvPr id="19" name="">
            <a:extLst xmlns:a="http://schemas.openxmlformats.org/drawingml/2006/main">
              <a:ext uri="{FF2B5EF4-FFF2-40B4-BE49-F238E27FC236}">
                <a16:creationId xmlns:a16="http://schemas.microsoft.com/office/drawing/2014/main" id="{65344EFD-7BF9-4429-99AE-DBE19CF736EF}"/>
              </a:ext>
            </a:extLst>
          </p:cNvPr>
          <p:cNvSpPr>
            <a:spLocks xmlns:a="http://schemas.openxmlformats.org/drawingml/2006/main" noGrp="1"/>
          </p:cNvSpPr>
          <p:nvPr/>
        </p:nvSpPr>
        <p:spPr>
          <a:xfrm xmlns:a="http://schemas.openxmlformats.org/drawingml/2006/main">
            <a:off x="990600" y="60960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defRPr sz="1050" b="1">
                <a:solidFill>
                  <a:srgbClr val="4BA7FF"/>
                </a:solidFill>
                <a:latin typeface="Aptos"/>
                <a:ea typeface="Aptos"/>
                <a:cs typeface="Aptos"/>
              </a:defRPr>
            </a:defPPr>
            <a:lvl1pPr>
              <a:defRPr sz="1050" b="1">
                <a:solidFill>
                  <a:srgbClr val="4BA7FF"/>
                </a:solidFill>
                <a:latin typeface="Aptos"/>
                <a:ea typeface="Aptos"/>
                <a:cs typeface="Aptos"/>
              </a:defRPr>
            </a:lvl1pPr>
            <a:lvl2pPr>
              <a:defRPr sz="1050" b="1">
                <a:solidFill>
                  <a:srgbClr val="4BA7FF"/>
                </a:solidFill>
                <a:latin typeface="Aptos"/>
                <a:ea typeface="Aptos"/>
                <a:cs typeface="Aptos"/>
              </a:defRPr>
            </a:lvl2pPr>
            <a:lvl3pPr>
              <a:defRPr sz="1050" b="1">
                <a:solidFill>
                  <a:srgbClr val="4BA7FF"/>
                </a:solidFill>
                <a:latin typeface="Aptos"/>
                <a:ea typeface="Aptos"/>
                <a:cs typeface="Aptos"/>
              </a:defRPr>
            </a:lvl3pPr>
            <a:lvl4pPr>
              <a:defRPr sz="1050" b="1">
                <a:solidFill>
                  <a:srgbClr val="4BA7FF"/>
                </a:solidFill>
                <a:latin typeface="Aptos"/>
                <a:ea typeface="Aptos"/>
                <a:cs typeface="Aptos"/>
              </a:defRPr>
            </a:lvl4pPr>
            <a:lvl5pPr>
              <a:defRPr sz="1050" b="1">
                <a:solidFill>
                  <a:srgbClr val="4BA7FF"/>
                </a:solidFill>
                <a:latin typeface="Aptos"/>
                <a:ea typeface="Aptos"/>
                <a:cs typeface="Aptos"/>
              </a:defRPr>
            </a:lvl5pPr>
            <a:lvl6pPr>
              <a:defRPr sz="1050" b="1">
                <a:solidFill>
                  <a:srgbClr val="4BA7FF"/>
                </a:solidFill>
                <a:latin typeface="Aptos"/>
                <a:ea typeface="Aptos"/>
                <a:cs typeface="Aptos"/>
              </a:defRPr>
            </a:lvl6pPr>
            <a:lvl7pPr>
              <a:defRPr sz="1050" b="1">
                <a:solidFill>
                  <a:srgbClr val="4BA7FF"/>
                </a:solidFill>
                <a:latin typeface="Aptos"/>
                <a:ea typeface="Aptos"/>
                <a:cs typeface="Aptos"/>
              </a:defRPr>
            </a:lvl7pPr>
            <a:lvl8pPr>
              <a:defRPr sz="1050" b="1">
                <a:solidFill>
                  <a:srgbClr val="4BA7FF"/>
                </a:solidFill>
                <a:latin typeface="Aptos"/>
                <a:ea typeface="Aptos"/>
                <a:cs typeface="Aptos"/>
              </a:defRPr>
            </a:lvl8pPr>
            <a:lvl9pPr>
              <a:defRPr sz="1050" b="1">
                <a:solidFill>
                  <a:srgbClr val="4BA7FF"/>
                </a:solidFill>
                <a:latin typeface="Aptos"/>
                <a:ea typeface="Aptos"/>
                <a:cs typeface="Aptos"/>
              </a:defRPr>
            </a:lvl9pPr>
          </a:lstStyle>
          <a:p xmlns:a="http://schemas.openxmlformats.org/drawingml/2006/main">
            <a:pPr>
              <a:defRPr sz="1050" b="1">
                <a:solidFill>
                  <a:srgbClr val="4BA7FF"/>
                </a:solidFill>
                <a:latin typeface="Aptos"/>
                <a:ea typeface="Aptos"/>
                <a:cs typeface="Aptos"/>
              </a:defRPr>
            </a:pPr>
            <a:r>
              <a:rPr sz="1050" b="1">
                <a:solidFill>
                  <a:srgbClr val="4BA7FF"/>
                </a:solidFill>
                <a:latin typeface="Aptos"/>
                <a:ea typeface="Aptos"/>
                <a:cs typeface="Aptos"/>
              </a:rPr>
              <a:t>AI SYSTEM PRESENTATION</a:t>
            </a:r>
          </a:p>
        </p:txBody>
      </p:sp>
    </p:spTree>
    <p:extLst>
      <p:ext uri="{BB962C8B-B14F-4D97-AF65-F5344CB8AC3E}">
        <p14:creationId xmlns:p14="http://schemas.microsoft.com/office/powerpoint/2010/main" val="716229942"/>
      </p:ext>
    </p:extLst>
  </p:cSld>
</p:sld>
</file>

<file path=ppt/slides/slide2.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3ADFC27-C3DE-474A-A9E5-993D4A1957F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B7776C-E55D-42B3-8369-71CAFA00A76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WHY COORDINATION MATTERS</a:t>
            </a:r>
          </a:p>
        </p:txBody>
      </p:sp>
      <p:sp>
        <p:nvSpPr>
          <p:cNvPr id="3" name="">
            <a:extLst xmlns:a="http://schemas.openxmlformats.org/drawingml/2006/main">
              <a:ext uri="{FF2B5EF4-FFF2-40B4-BE49-F238E27FC236}">
                <a16:creationId xmlns:a16="http://schemas.microsoft.com/office/drawing/2014/main" id="{B9B34BA6-0E5E-4A0D-8455-8777C031CA15}"/>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The AI design problem</a:t>
            </a:r>
          </a:p>
        </p:txBody>
      </p:sp>
      <p:sp>
        <p:nvSpPr>
          <p:cNvPr id="4" name="">
            <a:extLst xmlns:a="http://schemas.openxmlformats.org/drawingml/2006/main">
              <a:ext uri="{FF2B5EF4-FFF2-40B4-BE49-F238E27FC236}">
                <a16:creationId xmlns:a16="http://schemas.microsoft.com/office/drawing/2014/main" id="{FB25B11A-A0C1-437E-83D0-7D8128156D52}"/>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B7948B-8293-42E2-9BC5-C2AD1B69312A}"/>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26D903D8-3404-448A-ADD6-CF0E52CE6959}"/>
              </a:ext>
            </a:extLst>
          </p:cNvPr>
          <p:cNvSpPr>
            <a:spLocks xmlns:a="http://schemas.openxmlformats.org/drawingml/2006/main" noGrp="1"/>
          </p:cNvSpPr>
          <p:nvPr/>
        </p:nvSpPr>
        <p:spPr>
          <a:xfrm xmlns:a="http://schemas.openxmlformats.org/drawingml/2006/main">
            <a:off x="609600" y="1571625"/>
            <a:ext cx="700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712"/>
          </a:bodyPr>
          <a:lstStyle xmlns:a="http://schemas.openxmlformats.org/drawingml/2006/main">
            <a:defPPr>
              <a:defRPr sz="2175" b="1">
                <a:solidFill>
                  <a:srgbClr val="F5F7FB"/>
                </a:solidFill>
                <a:latin typeface="Aptos"/>
                <a:ea typeface="Aptos"/>
                <a:cs typeface="Aptos"/>
              </a:defRPr>
            </a:defPPr>
            <a:lvl1pPr>
              <a:defRPr sz="2175" b="1">
                <a:solidFill>
                  <a:srgbClr val="F5F7FB"/>
                </a:solidFill>
                <a:latin typeface="Aptos"/>
                <a:ea typeface="Aptos"/>
                <a:cs typeface="Aptos"/>
              </a:defRPr>
            </a:lvl1pPr>
            <a:lvl2pPr>
              <a:defRPr sz="2175" b="1">
                <a:solidFill>
                  <a:srgbClr val="F5F7FB"/>
                </a:solidFill>
                <a:latin typeface="Aptos"/>
                <a:ea typeface="Aptos"/>
                <a:cs typeface="Aptos"/>
              </a:defRPr>
            </a:lvl2pPr>
            <a:lvl3pPr>
              <a:defRPr sz="2175" b="1">
                <a:solidFill>
                  <a:srgbClr val="F5F7FB"/>
                </a:solidFill>
                <a:latin typeface="Aptos"/>
                <a:ea typeface="Aptos"/>
                <a:cs typeface="Aptos"/>
              </a:defRPr>
            </a:lvl3pPr>
            <a:lvl4pPr>
              <a:defRPr sz="2175" b="1">
                <a:solidFill>
                  <a:srgbClr val="F5F7FB"/>
                </a:solidFill>
                <a:latin typeface="Aptos"/>
                <a:ea typeface="Aptos"/>
                <a:cs typeface="Aptos"/>
              </a:defRPr>
            </a:lvl4pPr>
            <a:lvl5pPr>
              <a:defRPr sz="2175" b="1">
                <a:solidFill>
                  <a:srgbClr val="F5F7FB"/>
                </a:solidFill>
                <a:latin typeface="Aptos"/>
                <a:ea typeface="Aptos"/>
                <a:cs typeface="Aptos"/>
              </a:defRPr>
            </a:lvl5pPr>
            <a:lvl6pPr>
              <a:defRPr sz="2175" b="1">
                <a:solidFill>
                  <a:srgbClr val="F5F7FB"/>
                </a:solidFill>
                <a:latin typeface="Aptos"/>
                <a:ea typeface="Aptos"/>
                <a:cs typeface="Aptos"/>
              </a:defRPr>
            </a:lvl6pPr>
            <a:lvl7pPr>
              <a:defRPr sz="2175" b="1">
                <a:solidFill>
                  <a:srgbClr val="F5F7FB"/>
                </a:solidFill>
                <a:latin typeface="Aptos"/>
                <a:ea typeface="Aptos"/>
                <a:cs typeface="Aptos"/>
              </a:defRPr>
            </a:lvl7pPr>
            <a:lvl8pPr>
              <a:defRPr sz="2175" b="1">
                <a:solidFill>
                  <a:srgbClr val="F5F7FB"/>
                </a:solidFill>
                <a:latin typeface="Aptos"/>
                <a:ea typeface="Aptos"/>
                <a:cs typeface="Aptos"/>
              </a:defRPr>
            </a:lvl8pPr>
            <a:lvl9pPr>
              <a:defRPr sz="2175" b="1">
                <a:solidFill>
                  <a:srgbClr val="F5F7FB"/>
                </a:solidFill>
                <a:latin typeface="Aptos"/>
                <a:ea typeface="Aptos"/>
                <a:cs typeface="Aptos"/>
              </a:defRPr>
            </a:lvl9pPr>
          </a:lstStyle>
          <a:p xmlns:a="http://schemas.openxmlformats.org/drawingml/2006/main">
            <a:pPr>
              <a:defRPr sz="2175" b="1">
                <a:solidFill>
                  <a:srgbClr val="F5F7FB"/>
                </a:solidFill>
                <a:latin typeface="Aptos"/>
                <a:ea typeface="Aptos"/>
                <a:cs typeface="Aptos"/>
              </a:defRPr>
            </a:pPr>
            <a:r>
              <a:rPr sz="2175" b="1">
                <a:solidFill>
                  <a:srgbClr val="F5F7FB"/>
                </a:solidFill>
                <a:latin typeface="Aptos"/>
                <a:ea typeface="Aptos"/>
                <a:cs typeface="Aptos"/>
              </a:rPr>
              <a:t>Several enemies should create pressure without creating chaos</a:t>
            </a:r>
          </a:p>
        </p:txBody>
      </p:sp>
      <p:sp>
        <p:nvSpPr>
          <p:cNvPr id="7" name="">
            <a:extLst xmlns:a="http://schemas.openxmlformats.org/drawingml/2006/main">
              <a:ext uri="{FF2B5EF4-FFF2-40B4-BE49-F238E27FC236}">
                <a16:creationId xmlns:a16="http://schemas.microsoft.com/office/drawing/2014/main" id="{CABE3F6B-5C58-47DF-AEC1-9D5EBF4A2C9A}"/>
              </a:ext>
            </a:extLst>
          </p:cNvPr>
          <p:cNvSpPr>
            <a:spLocks xmlns:a="http://schemas.openxmlformats.org/drawingml/2006/main" noGrp="1"/>
          </p:cNvSpPr>
          <p:nvPr/>
        </p:nvSpPr>
        <p:spPr>
          <a:xfrm xmlns:a="http://schemas.openxmlformats.org/drawingml/2006/main">
            <a:off x="762000" y="2514600"/>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339178B-676D-4AE9-89F4-34C641554142}"/>
              </a:ext>
            </a:extLst>
          </p:cNvPr>
          <p:cNvSpPr>
            <a:spLocks xmlns:a="http://schemas.openxmlformats.org/drawingml/2006/main" noGrp="1"/>
          </p:cNvSpPr>
          <p:nvPr/>
        </p:nvSpPr>
        <p:spPr>
          <a:xfrm xmlns:a="http://schemas.openxmlformats.org/drawingml/2006/main">
            <a:off x="1028700" y="2428875"/>
            <a:ext cx="630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725" b="0">
                <a:solidFill>
                  <a:srgbClr val="F5F7FB"/>
                </a:solidFill>
                <a:latin typeface="Aptos"/>
                <a:ea typeface="Aptos"/>
                <a:cs typeface="Aptos"/>
              </a:defRPr>
            </a:defPPr>
            <a:lvl1pPr>
              <a:defRPr sz="1725" b="0">
                <a:solidFill>
                  <a:srgbClr val="F5F7FB"/>
                </a:solidFill>
                <a:latin typeface="Aptos"/>
                <a:ea typeface="Aptos"/>
                <a:cs typeface="Aptos"/>
              </a:defRPr>
            </a:lvl1pPr>
            <a:lvl2pPr>
              <a:defRPr sz="1725" b="0">
                <a:solidFill>
                  <a:srgbClr val="F5F7FB"/>
                </a:solidFill>
                <a:latin typeface="Aptos"/>
                <a:ea typeface="Aptos"/>
                <a:cs typeface="Aptos"/>
              </a:defRPr>
            </a:lvl2pPr>
            <a:lvl3pPr>
              <a:defRPr sz="1725" b="0">
                <a:solidFill>
                  <a:srgbClr val="F5F7FB"/>
                </a:solidFill>
                <a:latin typeface="Aptos"/>
                <a:ea typeface="Aptos"/>
                <a:cs typeface="Aptos"/>
              </a:defRPr>
            </a:lvl3pPr>
            <a:lvl4pPr>
              <a:defRPr sz="1725" b="0">
                <a:solidFill>
                  <a:srgbClr val="F5F7FB"/>
                </a:solidFill>
                <a:latin typeface="Aptos"/>
                <a:ea typeface="Aptos"/>
                <a:cs typeface="Aptos"/>
              </a:defRPr>
            </a:lvl4pPr>
            <a:lvl5pPr>
              <a:defRPr sz="1725" b="0">
                <a:solidFill>
                  <a:srgbClr val="F5F7FB"/>
                </a:solidFill>
                <a:latin typeface="Aptos"/>
                <a:ea typeface="Aptos"/>
                <a:cs typeface="Aptos"/>
              </a:defRPr>
            </a:lvl5pPr>
            <a:lvl6pPr>
              <a:defRPr sz="1725" b="0">
                <a:solidFill>
                  <a:srgbClr val="F5F7FB"/>
                </a:solidFill>
                <a:latin typeface="Aptos"/>
                <a:ea typeface="Aptos"/>
                <a:cs typeface="Aptos"/>
              </a:defRPr>
            </a:lvl6pPr>
            <a:lvl7pPr>
              <a:defRPr sz="1725" b="0">
                <a:solidFill>
                  <a:srgbClr val="F5F7FB"/>
                </a:solidFill>
                <a:latin typeface="Aptos"/>
                <a:ea typeface="Aptos"/>
                <a:cs typeface="Aptos"/>
              </a:defRPr>
            </a:lvl7pPr>
            <a:lvl8pPr>
              <a:defRPr sz="1725" b="0">
                <a:solidFill>
                  <a:srgbClr val="F5F7FB"/>
                </a:solidFill>
                <a:latin typeface="Aptos"/>
                <a:ea typeface="Aptos"/>
                <a:cs typeface="Aptos"/>
              </a:defRPr>
            </a:lvl8pPr>
            <a:lvl9pPr>
              <a:defRPr sz="1725" b="0">
                <a:solidFill>
                  <a:srgbClr val="F5F7FB"/>
                </a:solidFill>
                <a:latin typeface="Aptos"/>
                <a:ea typeface="Aptos"/>
                <a:cs typeface="Aptos"/>
              </a:defRPr>
            </a:lvl9pPr>
          </a:lstStyle>
          <a:p xmlns:a="http://schemas.openxmlformats.org/drawingml/2006/main">
            <a:pPr>
              <a:defRPr sz="1725" b="0">
                <a:solidFill>
                  <a:srgbClr val="F5F7FB"/>
                </a:solidFill>
                <a:latin typeface="Aptos"/>
                <a:ea typeface="Aptos"/>
                <a:cs typeface="Aptos"/>
              </a:defRPr>
            </a:pPr>
            <a:r>
              <a:rPr sz="1725" b="0">
                <a:solidFill>
                  <a:srgbClr val="F5F7FB"/>
                </a:solidFill>
                <a:latin typeface="Aptos"/>
                <a:ea typeface="Aptos"/>
                <a:cs typeface="Aptos"/>
              </a:rPr>
              <a:t>Enemies need distinct movement and attack identities</a:t>
            </a:r>
          </a:p>
        </p:txBody>
      </p:sp>
      <p:sp>
        <p:nvSpPr>
          <p:cNvPr id="9" name="">
            <a:extLst xmlns:a="http://schemas.openxmlformats.org/drawingml/2006/main">
              <a:ext uri="{FF2B5EF4-FFF2-40B4-BE49-F238E27FC236}">
                <a16:creationId xmlns:a16="http://schemas.microsoft.com/office/drawing/2014/main" id="{00A53D6F-62AC-4306-A025-3BFAA26AA7A3}"/>
              </a:ext>
            </a:extLst>
          </p:cNvPr>
          <p:cNvSpPr>
            <a:spLocks xmlns:a="http://schemas.openxmlformats.org/drawingml/2006/main" noGrp="1"/>
          </p:cNvSpPr>
          <p:nvPr/>
        </p:nvSpPr>
        <p:spPr>
          <a:xfrm xmlns:a="http://schemas.openxmlformats.org/drawingml/2006/main">
            <a:off x="762000" y="3257550"/>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F60052-8AE0-4BE6-B71A-93725344D783}"/>
              </a:ext>
            </a:extLst>
          </p:cNvPr>
          <p:cNvSpPr>
            <a:spLocks xmlns:a="http://schemas.openxmlformats.org/drawingml/2006/main" noGrp="1"/>
          </p:cNvSpPr>
          <p:nvPr/>
        </p:nvSpPr>
        <p:spPr>
          <a:xfrm xmlns:a="http://schemas.openxmlformats.org/drawingml/2006/main">
            <a:off x="1028700" y="3171825"/>
            <a:ext cx="630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725" b="0">
                <a:solidFill>
                  <a:srgbClr val="F5F7FB"/>
                </a:solidFill>
                <a:latin typeface="Aptos"/>
                <a:ea typeface="Aptos"/>
                <a:cs typeface="Aptos"/>
              </a:defRPr>
            </a:defPPr>
            <a:lvl1pPr>
              <a:defRPr sz="1725" b="0">
                <a:solidFill>
                  <a:srgbClr val="F5F7FB"/>
                </a:solidFill>
                <a:latin typeface="Aptos"/>
                <a:ea typeface="Aptos"/>
                <a:cs typeface="Aptos"/>
              </a:defRPr>
            </a:lvl1pPr>
            <a:lvl2pPr>
              <a:defRPr sz="1725" b="0">
                <a:solidFill>
                  <a:srgbClr val="F5F7FB"/>
                </a:solidFill>
                <a:latin typeface="Aptos"/>
                <a:ea typeface="Aptos"/>
                <a:cs typeface="Aptos"/>
              </a:defRPr>
            </a:lvl2pPr>
            <a:lvl3pPr>
              <a:defRPr sz="1725" b="0">
                <a:solidFill>
                  <a:srgbClr val="F5F7FB"/>
                </a:solidFill>
                <a:latin typeface="Aptos"/>
                <a:ea typeface="Aptos"/>
                <a:cs typeface="Aptos"/>
              </a:defRPr>
            </a:lvl3pPr>
            <a:lvl4pPr>
              <a:defRPr sz="1725" b="0">
                <a:solidFill>
                  <a:srgbClr val="F5F7FB"/>
                </a:solidFill>
                <a:latin typeface="Aptos"/>
                <a:ea typeface="Aptos"/>
                <a:cs typeface="Aptos"/>
              </a:defRPr>
            </a:lvl4pPr>
            <a:lvl5pPr>
              <a:defRPr sz="1725" b="0">
                <a:solidFill>
                  <a:srgbClr val="F5F7FB"/>
                </a:solidFill>
                <a:latin typeface="Aptos"/>
                <a:ea typeface="Aptos"/>
                <a:cs typeface="Aptos"/>
              </a:defRPr>
            </a:lvl5pPr>
            <a:lvl6pPr>
              <a:defRPr sz="1725" b="0">
                <a:solidFill>
                  <a:srgbClr val="F5F7FB"/>
                </a:solidFill>
                <a:latin typeface="Aptos"/>
                <a:ea typeface="Aptos"/>
                <a:cs typeface="Aptos"/>
              </a:defRPr>
            </a:lvl6pPr>
            <a:lvl7pPr>
              <a:defRPr sz="1725" b="0">
                <a:solidFill>
                  <a:srgbClr val="F5F7FB"/>
                </a:solidFill>
                <a:latin typeface="Aptos"/>
                <a:ea typeface="Aptos"/>
                <a:cs typeface="Aptos"/>
              </a:defRPr>
            </a:lvl7pPr>
            <a:lvl8pPr>
              <a:defRPr sz="1725" b="0">
                <a:solidFill>
                  <a:srgbClr val="F5F7FB"/>
                </a:solidFill>
                <a:latin typeface="Aptos"/>
                <a:ea typeface="Aptos"/>
                <a:cs typeface="Aptos"/>
              </a:defRPr>
            </a:lvl8pPr>
            <a:lvl9pPr>
              <a:defRPr sz="1725" b="0">
                <a:solidFill>
                  <a:srgbClr val="F5F7FB"/>
                </a:solidFill>
                <a:latin typeface="Aptos"/>
                <a:ea typeface="Aptos"/>
                <a:cs typeface="Aptos"/>
              </a:defRPr>
            </a:lvl9pPr>
          </a:lstStyle>
          <a:p xmlns:a="http://schemas.openxmlformats.org/drawingml/2006/main">
            <a:pPr>
              <a:defRPr sz="1725" b="0">
                <a:solidFill>
                  <a:srgbClr val="F5F7FB"/>
                </a:solidFill>
                <a:latin typeface="Aptos"/>
                <a:ea typeface="Aptos"/>
                <a:cs typeface="Aptos"/>
              </a:defRPr>
            </a:pPr>
            <a:r>
              <a:rPr sz="1725" b="0">
                <a:solidFill>
                  <a:srgbClr val="F5F7FB"/>
                </a:solidFill>
                <a:latin typeface="Aptos"/>
                <a:ea typeface="Aptos"/>
                <a:cs typeface="Aptos"/>
              </a:rPr>
              <a:t>Only a limited number should attack simultaneously</a:t>
            </a:r>
          </a:p>
        </p:txBody>
      </p:sp>
      <p:sp>
        <p:nvSpPr>
          <p:cNvPr id="11" name="">
            <a:extLst xmlns:a="http://schemas.openxmlformats.org/drawingml/2006/main">
              <a:ext uri="{FF2B5EF4-FFF2-40B4-BE49-F238E27FC236}">
                <a16:creationId xmlns:a16="http://schemas.microsoft.com/office/drawing/2014/main" id="{925EB894-30A1-487B-8E6A-5770A09BBE80}"/>
              </a:ext>
            </a:extLst>
          </p:cNvPr>
          <p:cNvSpPr>
            <a:spLocks xmlns:a="http://schemas.openxmlformats.org/drawingml/2006/main" noGrp="1"/>
          </p:cNvSpPr>
          <p:nvPr/>
        </p:nvSpPr>
        <p:spPr>
          <a:xfrm xmlns:a="http://schemas.openxmlformats.org/drawingml/2006/main">
            <a:off x="762000" y="4000500"/>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561470-FEA2-440B-BEC2-5C9CD863FF40}"/>
              </a:ext>
            </a:extLst>
          </p:cNvPr>
          <p:cNvSpPr>
            <a:spLocks xmlns:a="http://schemas.openxmlformats.org/drawingml/2006/main" noGrp="1"/>
          </p:cNvSpPr>
          <p:nvPr/>
        </p:nvSpPr>
        <p:spPr>
          <a:xfrm xmlns:a="http://schemas.openxmlformats.org/drawingml/2006/main">
            <a:off x="1028700" y="3914775"/>
            <a:ext cx="630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725" b="0">
                <a:solidFill>
                  <a:srgbClr val="F5F7FB"/>
                </a:solidFill>
                <a:latin typeface="Aptos"/>
                <a:ea typeface="Aptos"/>
                <a:cs typeface="Aptos"/>
              </a:defRPr>
            </a:defPPr>
            <a:lvl1pPr>
              <a:defRPr sz="1725" b="0">
                <a:solidFill>
                  <a:srgbClr val="F5F7FB"/>
                </a:solidFill>
                <a:latin typeface="Aptos"/>
                <a:ea typeface="Aptos"/>
                <a:cs typeface="Aptos"/>
              </a:defRPr>
            </a:lvl1pPr>
            <a:lvl2pPr>
              <a:defRPr sz="1725" b="0">
                <a:solidFill>
                  <a:srgbClr val="F5F7FB"/>
                </a:solidFill>
                <a:latin typeface="Aptos"/>
                <a:ea typeface="Aptos"/>
                <a:cs typeface="Aptos"/>
              </a:defRPr>
            </a:lvl2pPr>
            <a:lvl3pPr>
              <a:defRPr sz="1725" b="0">
                <a:solidFill>
                  <a:srgbClr val="F5F7FB"/>
                </a:solidFill>
                <a:latin typeface="Aptos"/>
                <a:ea typeface="Aptos"/>
                <a:cs typeface="Aptos"/>
              </a:defRPr>
            </a:lvl3pPr>
            <a:lvl4pPr>
              <a:defRPr sz="1725" b="0">
                <a:solidFill>
                  <a:srgbClr val="F5F7FB"/>
                </a:solidFill>
                <a:latin typeface="Aptos"/>
                <a:ea typeface="Aptos"/>
                <a:cs typeface="Aptos"/>
              </a:defRPr>
            </a:lvl4pPr>
            <a:lvl5pPr>
              <a:defRPr sz="1725" b="0">
                <a:solidFill>
                  <a:srgbClr val="F5F7FB"/>
                </a:solidFill>
                <a:latin typeface="Aptos"/>
                <a:ea typeface="Aptos"/>
                <a:cs typeface="Aptos"/>
              </a:defRPr>
            </a:lvl5pPr>
            <a:lvl6pPr>
              <a:defRPr sz="1725" b="0">
                <a:solidFill>
                  <a:srgbClr val="F5F7FB"/>
                </a:solidFill>
                <a:latin typeface="Aptos"/>
                <a:ea typeface="Aptos"/>
                <a:cs typeface="Aptos"/>
              </a:defRPr>
            </a:lvl6pPr>
            <a:lvl7pPr>
              <a:defRPr sz="1725" b="0">
                <a:solidFill>
                  <a:srgbClr val="F5F7FB"/>
                </a:solidFill>
                <a:latin typeface="Aptos"/>
                <a:ea typeface="Aptos"/>
                <a:cs typeface="Aptos"/>
              </a:defRPr>
            </a:lvl7pPr>
            <a:lvl8pPr>
              <a:defRPr sz="1725" b="0">
                <a:solidFill>
                  <a:srgbClr val="F5F7FB"/>
                </a:solidFill>
                <a:latin typeface="Aptos"/>
                <a:ea typeface="Aptos"/>
                <a:cs typeface="Aptos"/>
              </a:defRPr>
            </a:lvl8pPr>
            <a:lvl9pPr>
              <a:defRPr sz="1725" b="0">
                <a:solidFill>
                  <a:srgbClr val="F5F7FB"/>
                </a:solidFill>
                <a:latin typeface="Aptos"/>
                <a:ea typeface="Aptos"/>
                <a:cs typeface="Aptos"/>
              </a:defRPr>
            </a:lvl9pPr>
          </a:lstStyle>
          <a:p xmlns:a="http://schemas.openxmlformats.org/drawingml/2006/main">
            <a:pPr>
              <a:defRPr sz="1725" b="0">
                <a:solidFill>
                  <a:srgbClr val="F5F7FB"/>
                </a:solidFill>
                <a:latin typeface="Aptos"/>
                <a:ea typeface="Aptos"/>
                <a:cs typeface="Aptos"/>
              </a:defRPr>
            </a:pPr>
            <a:r>
              <a:rPr sz="1725" b="0">
                <a:solidFill>
                  <a:srgbClr val="F5F7FB"/>
                </a:solidFill>
                <a:latin typeface="Aptos"/>
                <a:ea typeface="Aptos"/>
                <a:cs typeface="Aptos"/>
              </a:rPr>
              <a:t>Telegraphs must give the player time to react</a:t>
            </a:r>
          </a:p>
        </p:txBody>
      </p:sp>
      <p:sp>
        <p:nvSpPr>
          <p:cNvPr id="13" name="">
            <a:extLst xmlns:a="http://schemas.openxmlformats.org/drawingml/2006/main">
              <a:ext uri="{FF2B5EF4-FFF2-40B4-BE49-F238E27FC236}">
                <a16:creationId xmlns:a16="http://schemas.microsoft.com/office/drawing/2014/main" id="{1742A647-9ED1-430E-B4D3-4DE698EFC790}"/>
              </a:ext>
            </a:extLst>
          </p:cNvPr>
          <p:cNvSpPr>
            <a:spLocks xmlns:a="http://schemas.openxmlformats.org/drawingml/2006/main" noGrp="1"/>
          </p:cNvSpPr>
          <p:nvPr/>
        </p:nvSpPr>
        <p:spPr>
          <a:xfrm xmlns:a="http://schemas.openxmlformats.org/drawingml/2006/main">
            <a:off x="762000" y="4743450"/>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2C17CB-DE76-4F55-AC10-7F79EDBD7858}"/>
              </a:ext>
            </a:extLst>
          </p:cNvPr>
          <p:cNvSpPr>
            <a:spLocks xmlns:a="http://schemas.openxmlformats.org/drawingml/2006/main" noGrp="1"/>
          </p:cNvSpPr>
          <p:nvPr/>
        </p:nvSpPr>
        <p:spPr>
          <a:xfrm xmlns:a="http://schemas.openxmlformats.org/drawingml/2006/main">
            <a:off x="1028700" y="4657725"/>
            <a:ext cx="630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725" b="0">
                <a:solidFill>
                  <a:srgbClr val="F5F7FB"/>
                </a:solidFill>
                <a:latin typeface="Aptos"/>
                <a:ea typeface="Aptos"/>
                <a:cs typeface="Aptos"/>
              </a:defRPr>
            </a:defPPr>
            <a:lvl1pPr>
              <a:defRPr sz="1725" b="0">
                <a:solidFill>
                  <a:srgbClr val="F5F7FB"/>
                </a:solidFill>
                <a:latin typeface="Aptos"/>
                <a:ea typeface="Aptos"/>
                <a:cs typeface="Aptos"/>
              </a:defRPr>
            </a:lvl1pPr>
            <a:lvl2pPr>
              <a:defRPr sz="1725" b="0">
                <a:solidFill>
                  <a:srgbClr val="F5F7FB"/>
                </a:solidFill>
                <a:latin typeface="Aptos"/>
                <a:ea typeface="Aptos"/>
                <a:cs typeface="Aptos"/>
              </a:defRPr>
            </a:lvl2pPr>
            <a:lvl3pPr>
              <a:defRPr sz="1725" b="0">
                <a:solidFill>
                  <a:srgbClr val="F5F7FB"/>
                </a:solidFill>
                <a:latin typeface="Aptos"/>
                <a:ea typeface="Aptos"/>
                <a:cs typeface="Aptos"/>
              </a:defRPr>
            </a:lvl3pPr>
            <a:lvl4pPr>
              <a:defRPr sz="1725" b="0">
                <a:solidFill>
                  <a:srgbClr val="F5F7FB"/>
                </a:solidFill>
                <a:latin typeface="Aptos"/>
                <a:ea typeface="Aptos"/>
                <a:cs typeface="Aptos"/>
              </a:defRPr>
            </a:lvl4pPr>
            <a:lvl5pPr>
              <a:defRPr sz="1725" b="0">
                <a:solidFill>
                  <a:srgbClr val="F5F7FB"/>
                </a:solidFill>
                <a:latin typeface="Aptos"/>
                <a:ea typeface="Aptos"/>
                <a:cs typeface="Aptos"/>
              </a:defRPr>
            </a:lvl5pPr>
            <a:lvl6pPr>
              <a:defRPr sz="1725" b="0">
                <a:solidFill>
                  <a:srgbClr val="F5F7FB"/>
                </a:solidFill>
                <a:latin typeface="Aptos"/>
                <a:ea typeface="Aptos"/>
                <a:cs typeface="Aptos"/>
              </a:defRPr>
            </a:lvl6pPr>
            <a:lvl7pPr>
              <a:defRPr sz="1725" b="0">
                <a:solidFill>
                  <a:srgbClr val="F5F7FB"/>
                </a:solidFill>
                <a:latin typeface="Aptos"/>
                <a:ea typeface="Aptos"/>
                <a:cs typeface="Aptos"/>
              </a:defRPr>
            </a:lvl7pPr>
            <a:lvl8pPr>
              <a:defRPr sz="1725" b="0">
                <a:solidFill>
                  <a:srgbClr val="F5F7FB"/>
                </a:solidFill>
                <a:latin typeface="Aptos"/>
                <a:ea typeface="Aptos"/>
                <a:cs typeface="Aptos"/>
              </a:defRPr>
            </a:lvl8pPr>
            <a:lvl9pPr>
              <a:defRPr sz="1725" b="0">
                <a:solidFill>
                  <a:srgbClr val="F5F7FB"/>
                </a:solidFill>
                <a:latin typeface="Aptos"/>
                <a:ea typeface="Aptos"/>
                <a:cs typeface="Aptos"/>
              </a:defRPr>
            </a:lvl9pPr>
          </a:lstStyle>
          <a:p xmlns:a="http://schemas.openxmlformats.org/drawingml/2006/main">
            <a:pPr>
              <a:defRPr sz="1725" b="0">
                <a:solidFill>
                  <a:srgbClr val="F5F7FB"/>
                </a:solidFill>
                <a:latin typeface="Aptos"/>
                <a:ea typeface="Aptos"/>
                <a:cs typeface="Aptos"/>
              </a:defRPr>
            </a:pPr>
            <a:r>
              <a:rPr sz="1725" b="0">
                <a:solidFill>
                  <a:srgbClr val="F5F7FB"/>
                </a:solidFill>
                <a:latin typeface="Aptos"/>
                <a:ea typeface="Aptos"/>
                <a:cs typeface="Aptos"/>
              </a:rPr>
              <a:t>Designers need behavior they can tune and debug</a:t>
            </a:r>
          </a:p>
        </p:txBody>
      </p:sp>
      <p:sp>
        <p:nvSpPr>
          <p:cNvPr id="15" name="">
            <a:extLst xmlns:a="http://schemas.openxmlformats.org/drawingml/2006/main">
              <a:ext uri="{FF2B5EF4-FFF2-40B4-BE49-F238E27FC236}">
                <a16:creationId xmlns:a16="http://schemas.microsoft.com/office/drawing/2014/main" id="{18917F42-B339-4A6E-8048-BA9175C46693}"/>
              </a:ext>
            </a:extLst>
          </p:cNvPr>
          <p:cNvSpPr>
            <a:spLocks xmlns:a="http://schemas.openxmlformats.org/drawingml/2006/main" noGrp="1"/>
          </p:cNvSpPr>
          <p:nvPr/>
        </p:nvSpPr>
        <p:spPr>
          <a:xfrm xmlns:a="http://schemas.openxmlformats.org/drawingml/2006/main">
            <a:off x="8763000" y="2781300"/>
            <a:ext cx="1200150" cy="1200150"/>
          </a:xfrm>
          <a:prstGeom xmlns:a="http://schemas.openxmlformats.org/drawingml/2006/main" prst="ellipse">
            <a:avLst/>
          </a:prstGeom>
          <a:solidFill xmlns:a="http://schemas.openxmlformats.org/drawingml/2006/main">
            <a:srgbClr val="253752"/>
          </a:solidFill>
          <a:ln xmlns:a="http://schemas.openxmlformats.org/drawingml/2006/main" w="14288">
            <a:solidFill>
              <a:srgbClr val="4BA7FF"/>
            </a:solidFill>
            <a:prstDash val="solid"/>
          </a:ln>
        </p:spPr>
      </p:sp>
      <p:sp>
        <p:nvSpPr>
          <p:cNvPr id="16" name="">
            <a:extLst xmlns:a="http://schemas.openxmlformats.org/drawingml/2006/main">
              <a:ext uri="{FF2B5EF4-FFF2-40B4-BE49-F238E27FC236}">
                <a16:creationId xmlns:a16="http://schemas.microsoft.com/office/drawing/2014/main" id="{2613D14B-4E58-4AF8-838F-32674CBA9806}"/>
              </a:ext>
            </a:extLst>
          </p:cNvPr>
          <p:cNvSpPr>
            <a:spLocks xmlns:a="http://schemas.openxmlformats.org/drawingml/2006/main" noGrp="1"/>
          </p:cNvSpPr>
          <p:nvPr/>
        </p:nvSpPr>
        <p:spPr>
          <a:xfrm xmlns:a="http://schemas.openxmlformats.org/drawingml/2006/main">
            <a:off x="8848725" y="3228975"/>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defRPr sz="1350" b="1">
                <a:solidFill>
                  <a:srgbClr val="F5F7FB"/>
                </a:solidFill>
                <a:latin typeface="Aptos"/>
                <a:ea typeface="Aptos"/>
                <a:cs typeface="Aptos"/>
              </a:defRPr>
            </a:defPPr>
            <a:lvl1pPr>
              <a:defRPr sz="1350" b="1">
                <a:solidFill>
                  <a:srgbClr val="F5F7FB"/>
                </a:solidFill>
                <a:latin typeface="Aptos"/>
                <a:ea typeface="Aptos"/>
                <a:cs typeface="Aptos"/>
              </a:defRPr>
            </a:lvl1pPr>
            <a:lvl2pPr>
              <a:defRPr sz="1350" b="1">
                <a:solidFill>
                  <a:srgbClr val="F5F7FB"/>
                </a:solidFill>
                <a:latin typeface="Aptos"/>
                <a:ea typeface="Aptos"/>
                <a:cs typeface="Aptos"/>
              </a:defRPr>
            </a:lvl2pPr>
            <a:lvl3pPr>
              <a:defRPr sz="1350" b="1">
                <a:solidFill>
                  <a:srgbClr val="F5F7FB"/>
                </a:solidFill>
                <a:latin typeface="Aptos"/>
                <a:ea typeface="Aptos"/>
                <a:cs typeface="Aptos"/>
              </a:defRPr>
            </a:lvl3pPr>
            <a:lvl4pPr>
              <a:defRPr sz="1350" b="1">
                <a:solidFill>
                  <a:srgbClr val="F5F7FB"/>
                </a:solidFill>
                <a:latin typeface="Aptos"/>
                <a:ea typeface="Aptos"/>
                <a:cs typeface="Aptos"/>
              </a:defRPr>
            </a:lvl4pPr>
            <a:lvl5pPr>
              <a:defRPr sz="1350" b="1">
                <a:solidFill>
                  <a:srgbClr val="F5F7FB"/>
                </a:solidFill>
                <a:latin typeface="Aptos"/>
                <a:ea typeface="Aptos"/>
                <a:cs typeface="Aptos"/>
              </a:defRPr>
            </a:lvl5pPr>
            <a:lvl6pPr>
              <a:defRPr sz="1350" b="1">
                <a:solidFill>
                  <a:srgbClr val="F5F7FB"/>
                </a:solidFill>
                <a:latin typeface="Aptos"/>
                <a:ea typeface="Aptos"/>
                <a:cs typeface="Aptos"/>
              </a:defRPr>
            </a:lvl6pPr>
            <a:lvl7pPr>
              <a:defRPr sz="1350" b="1">
                <a:solidFill>
                  <a:srgbClr val="F5F7FB"/>
                </a:solidFill>
                <a:latin typeface="Aptos"/>
                <a:ea typeface="Aptos"/>
                <a:cs typeface="Aptos"/>
              </a:defRPr>
            </a:lvl7pPr>
            <a:lvl8pPr>
              <a:defRPr sz="1350" b="1">
                <a:solidFill>
                  <a:srgbClr val="F5F7FB"/>
                </a:solidFill>
                <a:latin typeface="Aptos"/>
                <a:ea typeface="Aptos"/>
                <a:cs typeface="Aptos"/>
              </a:defRPr>
            </a:lvl8pPr>
            <a:lvl9pPr>
              <a:defRPr sz="1350" b="1">
                <a:solidFill>
                  <a:srgbClr val="F5F7FB"/>
                </a:solidFill>
                <a:latin typeface="Aptos"/>
                <a:ea typeface="Aptos"/>
                <a:cs typeface="Aptos"/>
              </a:defRPr>
            </a:lvl9pPr>
          </a:lstStyle>
          <a:p xmlns:a="http://schemas.openxmlformats.org/drawingml/2006/main">
            <a:pPr>
              <a:defRPr sz="1350" b="1">
                <a:solidFill>
                  <a:srgbClr val="F5F7FB"/>
                </a:solidFill>
                <a:latin typeface="Aptos"/>
                <a:ea typeface="Aptos"/>
                <a:cs typeface="Aptos"/>
              </a:defRPr>
            </a:pPr>
            <a:r>
              <a:rPr sz="1350" b="1">
                <a:solidFill>
                  <a:srgbClr val="F5F7FB"/>
                </a:solidFill>
                <a:latin typeface="Aptos"/>
                <a:ea typeface="Aptos"/>
                <a:cs typeface="Aptos"/>
              </a:rPr>
              <a:t>PLAYER</a:t>
            </a:r>
          </a:p>
        </p:txBody>
      </p:sp>
      <p:sp>
        <p:nvSpPr>
          <p:cNvPr id="17" name="">
            <a:extLst xmlns:a="http://schemas.openxmlformats.org/drawingml/2006/main">
              <a:ext uri="{FF2B5EF4-FFF2-40B4-BE49-F238E27FC236}">
                <a16:creationId xmlns:a16="http://schemas.microsoft.com/office/drawing/2014/main" id="{B2D470A1-9C37-4732-B235-929D98D73C96}"/>
              </a:ext>
            </a:extLst>
          </p:cNvPr>
          <p:cNvSpPr>
            <a:spLocks xmlns:a="http://schemas.openxmlformats.org/drawingml/2006/main" noGrp="1"/>
          </p:cNvSpPr>
          <p:nvPr/>
        </p:nvSpPr>
        <p:spPr>
          <a:xfrm xmlns:a="http://schemas.openxmlformats.org/drawingml/2006/main">
            <a:off x="7762875" y="2000250"/>
            <a:ext cx="914400" cy="914400"/>
          </a:xfrm>
          <a:prstGeom xmlns:a="http://schemas.openxmlformats.org/drawingml/2006/main" prst="ellipse">
            <a:avLst/>
          </a:prstGeom>
          <a:solidFill xmlns:a="http://schemas.openxmlformats.org/drawingml/2006/main">
            <a:srgbClr val="16243A"/>
          </a:solidFill>
          <a:ln xmlns:a="http://schemas.openxmlformats.org/drawingml/2006/main" w="14288">
            <a:solidFill>
              <a:srgbClr val="F04E5E"/>
            </a:solidFill>
            <a:prstDash val="solid"/>
          </a:ln>
        </p:spPr>
      </p:sp>
      <p:sp>
        <p:nvSpPr>
          <p:cNvPr id="18" name="">
            <a:extLst xmlns:a="http://schemas.openxmlformats.org/drawingml/2006/main">
              <a:ext uri="{FF2B5EF4-FFF2-40B4-BE49-F238E27FC236}">
                <a16:creationId xmlns:a16="http://schemas.microsoft.com/office/drawing/2014/main" id="{29B20678-52C8-44C2-9CDF-B9312983C987}"/>
              </a:ext>
            </a:extLst>
          </p:cNvPr>
          <p:cNvSpPr>
            <a:spLocks xmlns:a="http://schemas.openxmlformats.org/drawingml/2006/main" noGrp="1"/>
          </p:cNvSpPr>
          <p:nvPr/>
        </p:nvSpPr>
        <p:spPr>
          <a:xfrm xmlns:a="http://schemas.openxmlformats.org/drawingml/2006/main">
            <a:off x="7839075" y="233362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defRPr sz="975" b="1">
                <a:solidFill>
                  <a:srgbClr val="F04E5E"/>
                </a:solidFill>
                <a:latin typeface="Aptos"/>
                <a:ea typeface="Aptos"/>
                <a:cs typeface="Aptos"/>
              </a:defRPr>
            </a:defPPr>
            <a:lvl1pPr>
              <a:defRPr sz="975" b="1">
                <a:solidFill>
                  <a:srgbClr val="F04E5E"/>
                </a:solidFill>
                <a:latin typeface="Aptos"/>
                <a:ea typeface="Aptos"/>
                <a:cs typeface="Aptos"/>
              </a:defRPr>
            </a:lvl1pPr>
            <a:lvl2pPr>
              <a:defRPr sz="975" b="1">
                <a:solidFill>
                  <a:srgbClr val="F04E5E"/>
                </a:solidFill>
                <a:latin typeface="Aptos"/>
                <a:ea typeface="Aptos"/>
                <a:cs typeface="Aptos"/>
              </a:defRPr>
            </a:lvl2pPr>
            <a:lvl3pPr>
              <a:defRPr sz="975" b="1">
                <a:solidFill>
                  <a:srgbClr val="F04E5E"/>
                </a:solidFill>
                <a:latin typeface="Aptos"/>
                <a:ea typeface="Aptos"/>
                <a:cs typeface="Aptos"/>
              </a:defRPr>
            </a:lvl3pPr>
            <a:lvl4pPr>
              <a:defRPr sz="975" b="1">
                <a:solidFill>
                  <a:srgbClr val="F04E5E"/>
                </a:solidFill>
                <a:latin typeface="Aptos"/>
                <a:ea typeface="Aptos"/>
                <a:cs typeface="Aptos"/>
              </a:defRPr>
            </a:lvl4pPr>
            <a:lvl5pPr>
              <a:defRPr sz="975" b="1">
                <a:solidFill>
                  <a:srgbClr val="F04E5E"/>
                </a:solidFill>
                <a:latin typeface="Aptos"/>
                <a:ea typeface="Aptos"/>
                <a:cs typeface="Aptos"/>
              </a:defRPr>
            </a:lvl5pPr>
            <a:lvl6pPr>
              <a:defRPr sz="975" b="1">
                <a:solidFill>
                  <a:srgbClr val="F04E5E"/>
                </a:solidFill>
                <a:latin typeface="Aptos"/>
                <a:ea typeface="Aptos"/>
                <a:cs typeface="Aptos"/>
              </a:defRPr>
            </a:lvl6pPr>
            <a:lvl7pPr>
              <a:defRPr sz="975" b="1">
                <a:solidFill>
                  <a:srgbClr val="F04E5E"/>
                </a:solidFill>
                <a:latin typeface="Aptos"/>
                <a:ea typeface="Aptos"/>
                <a:cs typeface="Aptos"/>
              </a:defRPr>
            </a:lvl7pPr>
            <a:lvl8pPr>
              <a:defRPr sz="975" b="1">
                <a:solidFill>
                  <a:srgbClr val="F04E5E"/>
                </a:solidFill>
                <a:latin typeface="Aptos"/>
                <a:ea typeface="Aptos"/>
                <a:cs typeface="Aptos"/>
              </a:defRPr>
            </a:lvl8pPr>
            <a:lvl9pPr>
              <a:defRPr sz="975" b="1">
                <a:solidFill>
                  <a:srgbClr val="F04E5E"/>
                </a:solidFill>
                <a:latin typeface="Aptos"/>
                <a:ea typeface="Aptos"/>
                <a:cs typeface="Aptos"/>
              </a:defRPr>
            </a:lvl9pPr>
          </a:lstStyle>
          <a:p xmlns:a="http://schemas.openxmlformats.org/drawingml/2006/main">
            <a:pPr>
              <a:defRPr sz="975" b="1">
                <a:solidFill>
                  <a:srgbClr val="F04E5E"/>
                </a:solidFill>
                <a:latin typeface="Aptos"/>
                <a:ea typeface="Aptos"/>
                <a:cs typeface="Aptos"/>
              </a:defRPr>
            </a:pPr>
            <a:r>
              <a:rPr sz="975" b="1">
                <a:solidFill>
                  <a:srgbClr val="F04E5E"/>
                </a:solidFill>
                <a:latin typeface="Aptos"/>
                <a:ea typeface="Aptos"/>
                <a:cs typeface="Aptos"/>
              </a:rPr>
              <a:t>ATTACK</a:t>
            </a:r>
          </a:p>
        </p:txBody>
      </p:sp>
      <p:sp>
        <p:nvSpPr>
          <p:cNvPr id="19" name="">
            <a:extLst xmlns:a="http://schemas.openxmlformats.org/drawingml/2006/main">
              <a:ext uri="{FF2B5EF4-FFF2-40B4-BE49-F238E27FC236}">
                <a16:creationId xmlns:a16="http://schemas.microsoft.com/office/drawing/2014/main" id="{8DC52F3A-5D46-4E5E-A0DF-070328D62503}"/>
              </a:ext>
            </a:extLst>
          </p:cNvPr>
          <p:cNvSpPr>
            <a:spLocks xmlns:a="http://schemas.openxmlformats.org/drawingml/2006/main" noGrp="1"/>
          </p:cNvSpPr>
          <p:nvPr/>
        </p:nvSpPr>
        <p:spPr>
          <a:xfrm xmlns:a="http://schemas.openxmlformats.org/drawingml/2006/main">
            <a:off x="10306050" y="2095500"/>
            <a:ext cx="914400" cy="914400"/>
          </a:xfrm>
          <a:prstGeom xmlns:a="http://schemas.openxmlformats.org/drawingml/2006/main" prst="ellipse">
            <a:avLst/>
          </a:prstGeom>
          <a:solidFill xmlns:a="http://schemas.openxmlformats.org/drawingml/2006/main">
            <a:srgbClr val="16243A"/>
          </a:solidFill>
          <a:ln xmlns:a="http://schemas.openxmlformats.org/drawingml/2006/main" w="14288">
            <a:solidFill>
              <a:srgbClr val="45D483"/>
            </a:solidFill>
            <a:prstDash val="solid"/>
          </a:ln>
        </p:spPr>
      </p:sp>
      <p:sp>
        <p:nvSpPr>
          <p:cNvPr id="20" name="">
            <a:extLst xmlns:a="http://schemas.openxmlformats.org/drawingml/2006/main">
              <a:ext uri="{FF2B5EF4-FFF2-40B4-BE49-F238E27FC236}">
                <a16:creationId xmlns:a16="http://schemas.microsoft.com/office/drawing/2014/main" id="{608B795C-8CB6-4457-8B10-258C78B02B9D}"/>
              </a:ext>
            </a:extLst>
          </p:cNvPr>
          <p:cNvSpPr>
            <a:spLocks xmlns:a="http://schemas.openxmlformats.org/drawingml/2006/main" noGrp="1"/>
          </p:cNvSpPr>
          <p:nvPr/>
        </p:nvSpPr>
        <p:spPr>
          <a:xfrm xmlns:a="http://schemas.openxmlformats.org/drawingml/2006/main">
            <a:off x="10382250" y="242887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defRPr sz="975" b="1">
                <a:solidFill>
                  <a:srgbClr val="45D483"/>
                </a:solidFill>
                <a:latin typeface="Aptos"/>
                <a:ea typeface="Aptos"/>
                <a:cs typeface="Aptos"/>
              </a:defRPr>
            </a:defPPr>
            <a:lvl1pPr>
              <a:defRPr sz="975" b="1">
                <a:solidFill>
                  <a:srgbClr val="45D483"/>
                </a:solidFill>
                <a:latin typeface="Aptos"/>
                <a:ea typeface="Aptos"/>
                <a:cs typeface="Aptos"/>
              </a:defRPr>
            </a:lvl1pPr>
            <a:lvl2pPr>
              <a:defRPr sz="975" b="1">
                <a:solidFill>
                  <a:srgbClr val="45D483"/>
                </a:solidFill>
                <a:latin typeface="Aptos"/>
                <a:ea typeface="Aptos"/>
                <a:cs typeface="Aptos"/>
              </a:defRPr>
            </a:lvl2pPr>
            <a:lvl3pPr>
              <a:defRPr sz="975" b="1">
                <a:solidFill>
                  <a:srgbClr val="45D483"/>
                </a:solidFill>
                <a:latin typeface="Aptos"/>
                <a:ea typeface="Aptos"/>
                <a:cs typeface="Aptos"/>
              </a:defRPr>
            </a:lvl3pPr>
            <a:lvl4pPr>
              <a:defRPr sz="975" b="1">
                <a:solidFill>
                  <a:srgbClr val="45D483"/>
                </a:solidFill>
                <a:latin typeface="Aptos"/>
                <a:ea typeface="Aptos"/>
                <a:cs typeface="Aptos"/>
              </a:defRPr>
            </a:lvl4pPr>
            <a:lvl5pPr>
              <a:defRPr sz="975" b="1">
                <a:solidFill>
                  <a:srgbClr val="45D483"/>
                </a:solidFill>
                <a:latin typeface="Aptos"/>
                <a:ea typeface="Aptos"/>
                <a:cs typeface="Aptos"/>
              </a:defRPr>
            </a:lvl5pPr>
            <a:lvl6pPr>
              <a:defRPr sz="975" b="1">
                <a:solidFill>
                  <a:srgbClr val="45D483"/>
                </a:solidFill>
                <a:latin typeface="Aptos"/>
                <a:ea typeface="Aptos"/>
                <a:cs typeface="Aptos"/>
              </a:defRPr>
            </a:lvl6pPr>
            <a:lvl7pPr>
              <a:defRPr sz="975" b="1">
                <a:solidFill>
                  <a:srgbClr val="45D483"/>
                </a:solidFill>
                <a:latin typeface="Aptos"/>
                <a:ea typeface="Aptos"/>
                <a:cs typeface="Aptos"/>
              </a:defRPr>
            </a:lvl7pPr>
            <a:lvl8pPr>
              <a:defRPr sz="975" b="1">
                <a:solidFill>
                  <a:srgbClr val="45D483"/>
                </a:solidFill>
                <a:latin typeface="Aptos"/>
                <a:ea typeface="Aptos"/>
                <a:cs typeface="Aptos"/>
              </a:defRPr>
            </a:lvl8pPr>
            <a:lvl9pPr>
              <a:defRPr sz="975" b="1">
                <a:solidFill>
                  <a:srgbClr val="45D483"/>
                </a:solidFill>
                <a:latin typeface="Aptos"/>
                <a:ea typeface="Aptos"/>
                <a:cs typeface="Aptos"/>
              </a:defRPr>
            </a:lvl9pPr>
          </a:lstStyle>
          <a:p xmlns:a="http://schemas.openxmlformats.org/drawingml/2006/main">
            <a:pPr>
              <a:defRPr sz="975" b="1">
                <a:solidFill>
                  <a:srgbClr val="45D483"/>
                </a:solidFill>
                <a:latin typeface="Aptos"/>
                <a:ea typeface="Aptos"/>
                <a:cs typeface="Aptos"/>
              </a:defRPr>
            </a:pPr>
            <a:r>
              <a:rPr sz="975" b="1">
                <a:solidFill>
                  <a:srgbClr val="45D483"/>
                </a:solidFill>
                <a:latin typeface="Aptos"/>
                <a:ea typeface="Aptos"/>
                <a:cs typeface="Aptos"/>
              </a:rPr>
              <a:t>PRESSURE</a:t>
            </a:r>
          </a:p>
        </p:txBody>
      </p:sp>
      <p:sp>
        <p:nvSpPr>
          <p:cNvPr id="21" name="">
            <a:extLst xmlns:a="http://schemas.openxmlformats.org/drawingml/2006/main">
              <a:ext uri="{FF2B5EF4-FFF2-40B4-BE49-F238E27FC236}">
                <a16:creationId xmlns:a16="http://schemas.microsoft.com/office/drawing/2014/main" id="{9AD8F0A8-415B-49F6-837C-28A806368E87}"/>
              </a:ext>
            </a:extLst>
          </p:cNvPr>
          <p:cNvSpPr>
            <a:spLocks xmlns:a="http://schemas.openxmlformats.org/drawingml/2006/main" noGrp="1"/>
          </p:cNvSpPr>
          <p:nvPr/>
        </p:nvSpPr>
        <p:spPr>
          <a:xfrm xmlns:a="http://schemas.openxmlformats.org/drawingml/2006/main">
            <a:off x="10382250" y="4381500"/>
            <a:ext cx="914400" cy="914400"/>
          </a:xfrm>
          <a:prstGeom xmlns:a="http://schemas.openxmlformats.org/drawingml/2006/main" prst="ellipse">
            <a:avLst/>
          </a:prstGeom>
          <a:solidFill xmlns:a="http://schemas.openxmlformats.org/drawingml/2006/main">
            <a:srgbClr val="16243A"/>
          </a:solidFill>
          <a:ln xmlns:a="http://schemas.openxmlformats.org/drawingml/2006/main" w="14288">
            <a:solidFill>
              <a:srgbClr val="4BA7FF"/>
            </a:solidFill>
            <a:prstDash val="solid"/>
          </a:ln>
        </p:spPr>
      </p:sp>
      <p:sp>
        <p:nvSpPr>
          <p:cNvPr id="22" name="">
            <a:extLst xmlns:a="http://schemas.openxmlformats.org/drawingml/2006/main">
              <a:ext uri="{FF2B5EF4-FFF2-40B4-BE49-F238E27FC236}">
                <a16:creationId xmlns:a16="http://schemas.microsoft.com/office/drawing/2014/main" id="{F9A31591-E6D4-444F-9A9E-596A1246C7F9}"/>
              </a:ext>
            </a:extLst>
          </p:cNvPr>
          <p:cNvSpPr>
            <a:spLocks xmlns:a="http://schemas.openxmlformats.org/drawingml/2006/main" noGrp="1"/>
          </p:cNvSpPr>
          <p:nvPr/>
        </p:nvSpPr>
        <p:spPr>
          <a:xfrm xmlns:a="http://schemas.openxmlformats.org/drawingml/2006/main">
            <a:off x="10458450" y="471487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FLANK</a:t>
            </a:r>
          </a:p>
        </p:txBody>
      </p:sp>
      <p:sp>
        <p:nvSpPr>
          <p:cNvPr id="23" name="">
            <a:extLst xmlns:a="http://schemas.openxmlformats.org/drawingml/2006/main">
              <a:ext uri="{FF2B5EF4-FFF2-40B4-BE49-F238E27FC236}">
                <a16:creationId xmlns:a16="http://schemas.microsoft.com/office/drawing/2014/main" id="{92D3CE46-D31E-4008-B84C-15089AD22C62}"/>
              </a:ext>
            </a:extLst>
          </p:cNvPr>
          <p:cNvSpPr>
            <a:spLocks xmlns:a="http://schemas.openxmlformats.org/drawingml/2006/main" noGrp="1"/>
          </p:cNvSpPr>
          <p:nvPr/>
        </p:nvSpPr>
        <p:spPr>
          <a:xfrm xmlns:a="http://schemas.openxmlformats.org/drawingml/2006/main">
            <a:off x="7524750" y="4476750"/>
            <a:ext cx="914400" cy="914400"/>
          </a:xfrm>
          <a:prstGeom xmlns:a="http://schemas.openxmlformats.org/drawingml/2006/main" prst="ellipse">
            <a:avLst/>
          </a:prstGeom>
          <a:solidFill xmlns:a="http://schemas.openxmlformats.org/drawingml/2006/main">
            <a:srgbClr val="16243A"/>
          </a:solidFill>
          <a:ln xmlns:a="http://schemas.openxmlformats.org/drawingml/2006/main" w="14288">
            <a:solidFill>
              <a:srgbClr val="FFC857"/>
            </a:solidFill>
            <a:prstDash val="solid"/>
          </a:ln>
        </p:spPr>
      </p:sp>
      <p:sp>
        <p:nvSpPr>
          <p:cNvPr id="24" name="">
            <a:extLst xmlns:a="http://schemas.openxmlformats.org/drawingml/2006/main">
              <a:ext uri="{FF2B5EF4-FFF2-40B4-BE49-F238E27FC236}">
                <a16:creationId xmlns:a16="http://schemas.microsoft.com/office/drawing/2014/main" id="{265B6248-EA1D-4BAC-B368-D09AD6506C7D}"/>
              </a:ext>
            </a:extLst>
          </p:cNvPr>
          <p:cNvSpPr>
            <a:spLocks xmlns:a="http://schemas.openxmlformats.org/drawingml/2006/main" noGrp="1"/>
          </p:cNvSpPr>
          <p:nvPr/>
        </p:nvSpPr>
        <p:spPr>
          <a:xfrm xmlns:a="http://schemas.openxmlformats.org/drawingml/2006/main">
            <a:off x="7600950" y="481012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defRPr sz="975" b="1">
                <a:solidFill>
                  <a:srgbClr val="FFC857"/>
                </a:solidFill>
                <a:latin typeface="Aptos"/>
                <a:ea typeface="Aptos"/>
                <a:cs typeface="Aptos"/>
              </a:defRPr>
            </a:defPPr>
            <a:lvl1pPr>
              <a:defRPr sz="975" b="1">
                <a:solidFill>
                  <a:srgbClr val="FFC857"/>
                </a:solidFill>
                <a:latin typeface="Aptos"/>
                <a:ea typeface="Aptos"/>
                <a:cs typeface="Aptos"/>
              </a:defRPr>
            </a:lvl1pPr>
            <a:lvl2pPr>
              <a:defRPr sz="975" b="1">
                <a:solidFill>
                  <a:srgbClr val="FFC857"/>
                </a:solidFill>
                <a:latin typeface="Aptos"/>
                <a:ea typeface="Aptos"/>
                <a:cs typeface="Aptos"/>
              </a:defRPr>
            </a:lvl2pPr>
            <a:lvl3pPr>
              <a:defRPr sz="975" b="1">
                <a:solidFill>
                  <a:srgbClr val="FFC857"/>
                </a:solidFill>
                <a:latin typeface="Aptos"/>
                <a:ea typeface="Aptos"/>
                <a:cs typeface="Aptos"/>
              </a:defRPr>
            </a:lvl3pPr>
            <a:lvl4pPr>
              <a:defRPr sz="975" b="1">
                <a:solidFill>
                  <a:srgbClr val="FFC857"/>
                </a:solidFill>
                <a:latin typeface="Aptos"/>
                <a:ea typeface="Aptos"/>
                <a:cs typeface="Aptos"/>
              </a:defRPr>
            </a:lvl4pPr>
            <a:lvl5pPr>
              <a:defRPr sz="975" b="1">
                <a:solidFill>
                  <a:srgbClr val="FFC857"/>
                </a:solidFill>
                <a:latin typeface="Aptos"/>
                <a:ea typeface="Aptos"/>
                <a:cs typeface="Aptos"/>
              </a:defRPr>
            </a:lvl5pPr>
            <a:lvl6pPr>
              <a:defRPr sz="975" b="1">
                <a:solidFill>
                  <a:srgbClr val="FFC857"/>
                </a:solidFill>
                <a:latin typeface="Aptos"/>
                <a:ea typeface="Aptos"/>
                <a:cs typeface="Aptos"/>
              </a:defRPr>
            </a:lvl6pPr>
            <a:lvl7pPr>
              <a:defRPr sz="975" b="1">
                <a:solidFill>
                  <a:srgbClr val="FFC857"/>
                </a:solidFill>
                <a:latin typeface="Aptos"/>
                <a:ea typeface="Aptos"/>
                <a:cs typeface="Aptos"/>
              </a:defRPr>
            </a:lvl7pPr>
            <a:lvl8pPr>
              <a:defRPr sz="975" b="1">
                <a:solidFill>
                  <a:srgbClr val="FFC857"/>
                </a:solidFill>
                <a:latin typeface="Aptos"/>
                <a:ea typeface="Aptos"/>
                <a:cs typeface="Aptos"/>
              </a:defRPr>
            </a:lvl8pPr>
            <a:lvl9pPr>
              <a:defRPr sz="975" b="1">
                <a:solidFill>
                  <a:srgbClr val="FFC857"/>
                </a:solidFill>
                <a:latin typeface="Aptos"/>
                <a:ea typeface="Aptos"/>
                <a:cs typeface="Aptos"/>
              </a:defRPr>
            </a:lvl9pPr>
          </a:lstStyle>
          <a:p xmlns:a="http://schemas.openxmlformats.org/drawingml/2006/main">
            <a:pPr>
              <a:defRPr sz="975" b="1">
                <a:solidFill>
                  <a:srgbClr val="FFC857"/>
                </a:solidFill>
                <a:latin typeface="Aptos"/>
                <a:ea typeface="Aptos"/>
                <a:cs typeface="Aptos"/>
              </a:defRPr>
            </a:pPr>
            <a:r>
              <a:rPr sz="975" b="1">
                <a:solidFill>
                  <a:srgbClr val="FFC857"/>
                </a:solidFill>
                <a:latin typeface="Aptos"/>
                <a:ea typeface="Aptos"/>
                <a:cs typeface="Aptos"/>
              </a:rPr>
              <a:t>WAIT</a:t>
            </a:r>
          </a:p>
        </p:txBody>
      </p:sp>
    </p:spTree>
    <p:extLst>
      <p:ext uri="{BB962C8B-B14F-4D97-AF65-F5344CB8AC3E}">
        <p14:creationId xmlns:p14="http://schemas.microsoft.com/office/powerpoint/2010/main" val="2022870382"/>
      </p:ext>
    </p:extLst>
  </p:cSld>
</p:sld>
</file>

<file path=ppt/slides/slide3.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C3EA71F-923A-44F0-AAF9-979DD1F1E1E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75C253-2327-409E-9D2F-599F1FEDED7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SYSTEM STRUCTURE</a:t>
            </a:r>
          </a:p>
        </p:txBody>
      </p:sp>
      <p:sp>
        <p:nvSpPr>
          <p:cNvPr id="3" name="">
            <a:extLst xmlns:a="http://schemas.openxmlformats.org/drawingml/2006/main">
              <a:ext uri="{FF2B5EF4-FFF2-40B4-BE49-F238E27FC236}">
                <a16:creationId xmlns:a16="http://schemas.microsoft.com/office/drawing/2014/main" id="{E3A16FAD-D8A6-4AEF-AA66-CB2C0E72C453}"/>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Two-level AI architecture</a:t>
            </a:r>
          </a:p>
        </p:txBody>
      </p:sp>
      <p:sp>
        <p:nvSpPr>
          <p:cNvPr id="4" name="">
            <a:extLst xmlns:a="http://schemas.openxmlformats.org/drawingml/2006/main">
              <a:ext uri="{FF2B5EF4-FFF2-40B4-BE49-F238E27FC236}">
                <a16:creationId xmlns:a16="http://schemas.microsoft.com/office/drawing/2014/main" id="{E6621BC7-63D9-4245-834C-52B808380709}"/>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DF12F2-4FC6-4B57-B783-F6EBA1F61B67}"/>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616EF045-EE29-47EB-9A06-C8BE44FF1E8A}"/>
              </a:ext>
            </a:extLst>
          </p:cNvPr>
          <p:cNvSpPr>
            <a:spLocks xmlns:a="http://schemas.openxmlformats.org/drawingml/2006/main" noGrp="1"/>
          </p:cNvSpPr>
          <p:nvPr/>
        </p:nvSpPr>
        <p:spPr>
          <a:xfrm xmlns:a="http://schemas.openxmlformats.org/drawingml/2006/main">
            <a:off x="4000500" y="1619250"/>
            <a:ext cx="4191000"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4BA7FF"/>
            </a:solidFill>
            <a:prstDash val="solid"/>
          </a:ln>
        </p:spPr>
      </p:sp>
      <p:sp>
        <p:nvSpPr>
          <p:cNvPr id="7" name="">
            <a:extLst xmlns:a="http://schemas.openxmlformats.org/drawingml/2006/main">
              <a:ext uri="{FF2B5EF4-FFF2-40B4-BE49-F238E27FC236}">
                <a16:creationId xmlns:a16="http://schemas.microsoft.com/office/drawing/2014/main" id="{19640752-899E-43C6-9708-8F4ADAC1F0AD}"/>
              </a:ext>
            </a:extLst>
          </p:cNvPr>
          <p:cNvSpPr>
            <a:spLocks xmlns:a="http://schemas.openxmlformats.org/drawingml/2006/main" noGrp="1"/>
          </p:cNvSpPr>
          <p:nvPr/>
        </p:nvSpPr>
        <p:spPr>
          <a:xfrm xmlns:a="http://schemas.openxmlformats.org/drawingml/2006/main">
            <a:off x="4000500" y="1619250"/>
            <a:ext cx="76200" cy="1000125"/>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4C585C-9F41-4A41-8C85-FE889FD695FF}"/>
              </a:ext>
            </a:extLst>
          </p:cNvPr>
          <p:cNvSpPr>
            <a:spLocks xmlns:a="http://schemas.openxmlformats.org/drawingml/2006/main" noGrp="1"/>
          </p:cNvSpPr>
          <p:nvPr/>
        </p:nvSpPr>
        <p:spPr>
          <a:xfrm xmlns:a="http://schemas.openxmlformats.org/drawingml/2006/main">
            <a:off x="4229100" y="1790700"/>
            <a:ext cx="3790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Arena coordinator</a:t>
            </a:r>
          </a:p>
        </p:txBody>
      </p:sp>
      <p:sp>
        <p:nvSpPr>
          <p:cNvPr id="9" name="">
            <a:extLst xmlns:a="http://schemas.openxmlformats.org/drawingml/2006/main">
              <a:ext uri="{FF2B5EF4-FFF2-40B4-BE49-F238E27FC236}">
                <a16:creationId xmlns:a16="http://schemas.microsoft.com/office/drawing/2014/main" id="{BE70024A-2B1E-4FB8-A08E-467D1093F668}"/>
              </a:ext>
            </a:extLst>
          </p:cNvPr>
          <p:cNvSpPr>
            <a:spLocks xmlns:a="http://schemas.openxmlformats.org/drawingml/2006/main" noGrp="1"/>
          </p:cNvSpPr>
          <p:nvPr/>
        </p:nvSpPr>
        <p:spPr>
          <a:xfrm xmlns:a="http://schemas.openxmlformats.org/drawingml/2006/main">
            <a:off x="4229100" y="2114550"/>
            <a:ext cx="37909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Group roles, attack permission, reservations</a:t>
            </a:r>
          </a:p>
        </p:txBody>
      </p:sp>
      <p:sp>
        <p:nvSpPr>
          <p:cNvPr id="10" name="">
            <a:extLst xmlns:a="http://schemas.openxmlformats.org/drawingml/2006/main">
              <a:ext uri="{FF2B5EF4-FFF2-40B4-BE49-F238E27FC236}">
                <a16:creationId xmlns:a16="http://schemas.microsoft.com/office/drawing/2014/main" id="{AFF4B809-B8DE-4FAC-A2B7-153717C06176}"/>
              </a:ext>
            </a:extLst>
          </p:cNvPr>
          <p:cNvSpPr>
            <a:spLocks xmlns:a="http://schemas.openxmlformats.org/drawingml/2006/main" noGrp="1"/>
          </p:cNvSpPr>
          <p:nvPr/>
        </p:nvSpPr>
        <p:spPr>
          <a:xfrm xmlns:a="http://schemas.openxmlformats.org/drawingml/2006/main">
            <a:off x="6076950" y="2619375"/>
            <a:ext cx="38100" cy="638175"/>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8D7E5FF-3DD7-4A8E-A43F-8249E1428FDD}"/>
              </a:ext>
            </a:extLst>
          </p:cNvPr>
          <p:cNvSpPr>
            <a:spLocks xmlns:a="http://schemas.openxmlformats.org/drawingml/2006/main" noGrp="1"/>
          </p:cNvSpPr>
          <p:nvPr/>
        </p:nvSpPr>
        <p:spPr>
          <a:xfrm xmlns:a="http://schemas.openxmlformats.org/drawingml/2006/main">
            <a:off x="2238375" y="3238500"/>
            <a:ext cx="7696200" cy="3810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5247919-7B7D-46CC-92B4-06D7C60003AE}"/>
              </a:ext>
            </a:extLst>
          </p:cNvPr>
          <p:cNvSpPr>
            <a:spLocks xmlns:a="http://schemas.openxmlformats.org/drawingml/2006/main" noGrp="1"/>
          </p:cNvSpPr>
          <p:nvPr/>
        </p:nvSpPr>
        <p:spPr>
          <a:xfrm xmlns:a="http://schemas.openxmlformats.org/drawingml/2006/main">
            <a:off x="2619375" y="3257550"/>
            <a:ext cx="38100" cy="45720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251049A-BE8D-444C-96C6-F6D2CFDFE24D}"/>
              </a:ext>
            </a:extLst>
          </p:cNvPr>
          <p:cNvSpPr>
            <a:spLocks xmlns:a="http://schemas.openxmlformats.org/drawingml/2006/main" noGrp="1"/>
          </p:cNvSpPr>
          <p:nvPr/>
        </p:nvSpPr>
        <p:spPr>
          <a:xfrm xmlns:a="http://schemas.openxmlformats.org/drawingml/2006/main">
            <a:off x="1000125" y="3714750"/>
            <a:ext cx="3238500" cy="1123950"/>
          </a:xfrm>
          <a:prstGeom xmlns:a="http://schemas.openxmlformats.org/drawingml/2006/main" prst="roundRect">
            <a:avLst>
              <a:gd name="adj" fmla="val 10169"/>
            </a:avLst>
          </a:prstGeom>
          <a:solidFill xmlns:a="http://schemas.openxmlformats.org/drawingml/2006/main">
            <a:srgbClr val="16243A"/>
          </a:solidFill>
          <a:ln xmlns:a="http://schemas.openxmlformats.org/drawingml/2006/main" w="14288">
            <a:solidFill>
              <a:srgbClr val="F04E5E"/>
            </a:solidFill>
            <a:prstDash val="solid"/>
          </a:ln>
        </p:spPr>
      </p:sp>
      <p:sp>
        <p:nvSpPr>
          <p:cNvPr id="14" name="">
            <a:extLst xmlns:a="http://schemas.openxmlformats.org/drawingml/2006/main">
              <a:ext uri="{FF2B5EF4-FFF2-40B4-BE49-F238E27FC236}">
                <a16:creationId xmlns:a16="http://schemas.microsoft.com/office/drawing/2014/main" id="{3AFDAAA0-411D-4306-93F2-15C078E87992}"/>
              </a:ext>
            </a:extLst>
          </p:cNvPr>
          <p:cNvSpPr>
            <a:spLocks xmlns:a="http://schemas.openxmlformats.org/drawingml/2006/main" noGrp="1"/>
          </p:cNvSpPr>
          <p:nvPr/>
        </p:nvSpPr>
        <p:spPr>
          <a:xfrm xmlns:a="http://schemas.openxmlformats.org/drawingml/2006/main">
            <a:off x="1000125" y="3714750"/>
            <a:ext cx="76200" cy="112395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9F5F926-8F7D-48C9-A0FC-7C4377BC2F40}"/>
              </a:ext>
            </a:extLst>
          </p:cNvPr>
          <p:cNvSpPr>
            <a:spLocks xmlns:a="http://schemas.openxmlformats.org/drawingml/2006/main" noGrp="1"/>
          </p:cNvSpPr>
          <p:nvPr/>
        </p:nvSpPr>
        <p:spPr>
          <a:xfrm xmlns:a="http://schemas.openxmlformats.org/drawingml/2006/main">
            <a:off x="1228725" y="3886200"/>
            <a:ext cx="283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Ground enemy</a:t>
            </a:r>
          </a:p>
        </p:txBody>
      </p:sp>
      <p:sp>
        <p:nvSpPr>
          <p:cNvPr id="16" name="">
            <a:extLst xmlns:a="http://schemas.openxmlformats.org/drawingml/2006/main">
              <a:ext uri="{FF2B5EF4-FFF2-40B4-BE49-F238E27FC236}">
                <a16:creationId xmlns:a16="http://schemas.microsoft.com/office/drawing/2014/main" id="{BA8CCD39-00BD-4D98-A246-3AA7B580914A}"/>
              </a:ext>
            </a:extLst>
          </p:cNvPr>
          <p:cNvSpPr>
            <a:spLocks xmlns:a="http://schemas.openxmlformats.org/drawingml/2006/main" noGrp="1"/>
          </p:cNvSpPr>
          <p:nvPr/>
        </p:nvSpPr>
        <p:spPr>
          <a:xfrm xmlns:a="http://schemas.openxmlformats.org/drawingml/2006/main">
            <a:off x="1228725" y="4210050"/>
            <a:ext cx="2838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Patrol, chase, melee</a:t>
            </a:r>
          </a:p>
        </p:txBody>
      </p:sp>
      <p:sp>
        <p:nvSpPr>
          <p:cNvPr id="17" name="">
            <a:extLst xmlns:a="http://schemas.openxmlformats.org/drawingml/2006/main">
              <a:ext uri="{FF2B5EF4-FFF2-40B4-BE49-F238E27FC236}">
                <a16:creationId xmlns:a16="http://schemas.microsoft.com/office/drawing/2014/main" id="{E8F04E07-0A0A-4D58-A4EC-6EEA6077A5F1}"/>
              </a:ext>
            </a:extLst>
          </p:cNvPr>
          <p:cNvSpPr>
            <a:spLocks xmlns:a="http://schemas.openxmlformats.org/drawingml/2006/main" noGrp="1"/>
          </p:cNvSpPr>
          <p:nvPr/>
        </p:nvSpPr>
        <p:spPr>
          <a:xfrm xmlns:a="http://schemas.openxmlformats.org/drawingml/2006/main">
            <a:off x="6096000" y="3257550"/>
            <a:ext cx="38100" cy="45720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DD018F-4B23-4037-A6EB-B6707D12FA78}"/>
              </a:ext>
            </a:extLst>
          </p:cNvPr>
          <p:cNvSpPr>
            <a:spLocks xmlns:a="http://schemas.openxmlformats.org/drawingml/2006/main" noGrp="1"/>
          </p:cNvSpPr>
          <p:nvPr/>
        </p:nvSpPr>
        <p:spPr>
          <a:xfrm xmlns:a="http://schemas.openxmlformats.org/drawingml/2006/main">
            <a:off x="4476750" y="3714750"/>
            <a:ext cx="3238500" cy="1123950"/>
          </a:xfrm>
          <a:prstGeom xmlns:a="http://schemas.openxmlformats.org/drawingml/2006/main" prst="roundRect">
            <a:avLst>
              <a:gd name="adj" fmla="val 10169"/>
            </a:avLst>
          </a:prstGeom>
          <a:solidFill xmlns:a="http://schemas.openxmlformats.org/drawingml/2006/main">
            <a:srgbClr val="16243A"/>
          </a:solidFill>
          <a:ln xmlns:a="http://schemas.openxmlformats.org/drawingml/2006/main" w="14288">
            <a:solidFill>
              <a:srgbClr val="45D483"/>
            </a:solidFill>
            <a:prstDash val="solid"/>
          </a:ln>
        </p:spPr>
      </p:sp>
      <p:sp>
        <p:nvSpPr>
          <p:cNvPr id="19" name="">
            <a:extLst xmlns:a="http://schemas.openxmlformats.org/drawingml/2006/main">
              <a:ext uri="{FF2B5EF4-FFF2-40B4-BE49-F238E27FC236}">
                <a16:creationId xmlns:a16="http://schemas.microsoft.com/office/drawing/2014/main" id="{F4E84F94-3D57-492A-80C9-B4EDB201A74D}"/>
              </a:ext>
            </a:extLst>
          </p:cNvPr>
          <p:cNvSpPr>
            <a:spLocks xmlns:a="http://schemas.openxmlformats.org/drawingml/2006/main" noGrp="1"/>
          </p:cNvSpPr>
          <p:nvPr/>
        </p:nvSpPr>
        <p:spPr>
          <a:xfrm xmlns:a="http://schemas.openxmlformats.org/drawingml/2006/main">
            <a:off x="4476750" y="3714750"/>
            <a:ext cx="76200" cy="112395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DF6CC90-C4D9-4F31-B0CA-0B2B613D8213}"/>
              </a:ext>
            </a:extLst>
          </p:cNvPr>
          <p:cNvSpPr>
            <a:spLocks xmlns:a="http://schemas.openxmlformats.org/drawingml/2006/main" noGrp="1"/>
          </p:cNvSpPr>
          <p:nvPr/>
        </p:nvSpPr>
        <p:spPr>
          <a:xfrm xmlns:a="http://schemas.openxmlformats.org/drawingml/2006/main">
            <a:off x="4705350" y="3886200"/>
            <a:ext cx="283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Teleporter</a:t>
            </a:r>
          </a:p>
        </p:txBody>
      </p:sp>
      <p:sp>
        <p:nvSpPr>
          <p:cNvPr id="21" name="">
            <a:extLst xmlns:a="http://schemas.openxmlformats.org/drawingml/2006/main">
              <a:ext uri="{FF2B5EF4-FFF2-40B4-BE49-F238E27FC236}">
                <a16:creationId xmlns:a16="http://schemas.microsoft.com/office/drawing/2014/main" id="{222DB41E-A78F-4F2A-AD07-23866481E187}"/>
              </a:ext>
            </a:extLst>
          </p:cNvPr>
          <p:cNvSpPr>
            <a:spLocks xmlns:a="http://schemas.openxmlformats.org/drawingml/2006/main" noGrp="1"/>
          </p:cNvSpPr>
          <p:nvPr/>
        </p:nvSpPr>
        <p:spPr>
          <a:xfrm xmlns:a="http://schemas.openxmlformats.org/drawingml/2006/main">
            <a:off x="4705350" y="4210050"/>
            <a:ext cx="2838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Point choice, teleport, AoE</a:t>
            </a:r>
          </a:p>
        </p:txBody>
      </p:sp>
      <p:sp>
        <p:nvSpPr>
          <p:cNvPr id="22" name="">
            <a:extLst xmlns:a="http://schemas.openxmlformats.org/drawingml/2006/main">
              <a:ext uri="{FF2B5EF4-FFF2-40B4-BE49-F238E27FC236}">
                <a16:creationId xmlns:a16="http://schemas.microsoft.com/office/drawing/2014/main" id="{AB786E5D-D384-4A8F-A2B4-7221414B4743}"/>
              </a:ext>
            </a:extLst>
          </p:cNvPr>
          <p:cNvSpPr>
            <a:spLocks xmlns:a="http://schemas.openxmlformats.org/drawingml/2006/main" noGrp="1"/>
          </p:cNvSpPr>
          <p:nvPr/>
        </p:nvSpPr>
        <p:spPr>
          <a:xfrm xmlns:a="http://schemas.openxmlformats.org/drawingml/2006/main">
            <a:off x="9572625" y="3257550"/>
            <a:ext cx="38100" cy="45720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28B956B-5F11-48B6-9C60-D2194E7A765B}"/>
              </a:ext>
            </a:extLst>
          </p:cNvPr>
          <p:cNvSpPr>
            <a:spLocks xmlns:a="http://schemas.openxmlformats.org/drawingml/2006/main" noGrp="1"/>
          </p:cNvSpPr>
          <p:nvPr/>
        </p:nvSpPr>
        <p:spPr>
          <a:xfrm xmlns:a="http://schemas.openxmlformats.org/drawingml/2006/main">
            <a:off x="7953375" y="3714750"/>
            <a:ext cx="3238500" cy="1123950"/>
          </a:xfrm>
          <a:prstGeom xmlns:a="http://schemas.openxmlformats.org/drawingml/2006/main" prst="roundRect">
            <a:avLst>
              <a:gd name="adj" fmla="val 10169"/>
            </a:avLst>
          </a:prstGeom>
          <a:solidFill xmlns:a="http://schemas.openxmlformats.org/drawingml/2006/main">
            <a:srgbClr val="16243A"/>
          </a:solidFill>
          <a:ln xmlns:a="http://schemas.openxmlformats.org/drawingml/2006/main" w="14288">
            <a:solidFill>
              <a:srgbClr val="4BA7FF"/>
            </a:solidFill>
            <a:prstDash val="solid"/>
          </a:ln>
        </p:spPr>
      </p:sp>
      <p:sp>
        <p:nvSpPr>
          <p:cNvPr id="24" name="">
            <a:extLst xmlns:a="http://schemas.openxmlformats.org/drawingml/2006/main">
              <a:ext uri="{FF2B5EF4-FFF2-40B4-BE49-F238E27FC236}">
                <a16:creationId xmlns:a16="http://schemas.microsoft.com/office/drawing/2014/main" id="{1B30ADCD-054A-4110-A0E0-EC66679242BB}"/>
              </a:ext>
            </a:extLst>
          </p:cNvPr>
          <p:cNvSpPr>
            <a:spLocks xmlns:a="http://schemas.openxmlformats.org/drawingml/2006/main" noGrp="1"/>
          </p:cNvSpPr>
          <p:nvPr/>
        </p:nvSpPr>
        <p:spPr>
          <a:xfrm xmlns:a="http://schemas.openxmlformats.org/drawingml/2006/main">
            <a:off x="7953375" y="3714750"/>
            <a:ext cx="76200" cy="112395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C68CA1-ECF4-42D4-AECB-D692022B1A6B}"/>
              </a:ext>
            </a:extLst>
          </p:cNvPr>
          <p:cNvSpPr>
            <a:spLocks xmlns:a="http://schemas.openxmlformats.org/drawingml/2006/main" noGrp="1"/>
          </p:cNvSpPr>
          <p:nvPr/>
        </p:nvSpPr>
        <p:spPr>
          <a:xfrm xmlns:a="http://schemas.openxmlformats.org/drawingml/2006/main">
            <a:off x="8181975" y="3886200"/>
            <a:ext cx="283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Flying enemy</a:t>
            </a:r>
          </a:p>
        </p:txBody>
      </p:sp>
      <p:sp>
        <p:nvSpPr>
          <p:cNvPr id="26" name="">
            <a:extLst xmlns:a="http://schemas.openxmlformats.org/drawingml/2006/main">
              <a:ext uri="{FF2B5EF4-FFF2-40B4-BE49-F238E27FC236}">
                <a16:creationId xmlns:a16="http://schemas.microsoft.com/office/drawing/2014/main" id="{1A750D85-D2A3-4BE8-82A5-7794629631D5}"/>
              </a:ext>
            </a:extLst>
          </p:cNvPr>
          <p:cNvSpPr>
            <a:spLocks xmlns:a="http://schemas.openxmlformats.org/drawingml/2006/main" noGrp="1"/>
          </p:cNvSpPr>
          <p:nvPr/>
        </p:nvSpPr>
        <p:spPr>
          <a:xfrm xmlns:a="http://schemas.openxmlformats.org/drawingml/2006/main">
            <a:off x="8181975" y="4210050"/>
            <a:ext cx="2838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Steering, avoidance, pursuit</a:t>
            </a:r>
          </a:p>
        </p:txBody>
      </p:sp>
      <p:sp>
        <p:nvSpPr>
          <p:cNvPr id="27" name="">
            <a:extLst xmlns:a="http://schemas.openxmlformats.org/drawingml/2006/main">
              <a:ext uri="{FF2B5EF4-FFF2-40B4-BE49-F238E27FC236}">
                <a16:creationId xmlns:a16="http://schemas.microsoft.com/office/drawing/2014/main" id="{48EAC464-45EF-41D4-A071-6AE16989A7E3}"/>
              </a:ext>
            </a:extLst>
          </p:cNvPr>
          <p:cNvSpPr>
            <a:spLocks xmlns:a="http://schemas.openxmlformats.org/drawingml/2006/main" noGrp="1"/>
          </p:cNvSpPr>
          <p:nvPr/>
        </p:nvSpPr>
        <p:spPr>
          <a:xfrm xmlns:a="http://schemas.openxmlformats.org/drawingml/2006/main">
            <a:off x="2667000" y="533400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650" b="1">
                <a:solidFill>
                  <a:srgbClr val="F5F7FB"/>
                </a:solidFill>
                <a:latin typeface="Aptos"/>
                <a:ea typeface="Aptos"/>
                <a:cs typeface="Aptos"/>
              </a:defRPr>
            </a:defPPr>
            <a:lvl1pPr>
              <a:defRPr sz="1650" b="1">
                <a:solidFill>
                  <a:srgbClr val="F5F7FB"/>
                </a:solidFill>
                <a:latin typeface="Aptos"/>
                <a:ea typeface="Aptos"/>
                <a:cs typeface="Aptos"/>
              </a:defRPr>
            </a:lvl1pPr>
            <a:lvl2pPr>
              <a:defRPr sz="1650" b="1">
                <a:solidFill>
                  <a:srgbClr val="F5F7FB"/>
                </a:solidFill>
                <a:latin typeface="Aptos"/>
                <a:ea typeface="Aptos"/>
                <a:cs typeface="Aptos"/>
              </a:defRPr>
            </a:lvl2pPr>
            <a:lvl3pPr>
              <a:defRPr sz="1650" b="1">
                <a:solidFill>
                  <a:srgbClr val="F5F7FB"/>
                </a:solidFill>
                <a:latin typeface="Aptos"/>
                <a:ea typeface="Aptos"/>
                <a:cs typeface="Aptos"/>
              </a:defRPr>
            </a:lvl3pPr>
            <a:lvl4pPr>
              <a:defRPr sz="1650" b="1">
                <a:solidFill>
                  <a:srgbClr val="F5F7FB"/>
                </a:solidFill>
                <a:latin typeface="Aptos"/>
                <a:ea typeface="Aptos"/>
                <a:cs typeface="Aptos"/>
              </a:defRPr>
            </a:lvl4pPr>
            <a:lvl5pPr>
              <a:defRPr sz="1650" b="1">
                <a:solidFill>
                  <a:srgbClr val="F5F7FB"/>
                </a:solidFill>
                <a:latin typeface="Aptos"/>
                <a:ea typeface="Aptos"/>
                <a:cs typeface="Aptos"/>
              </a:defRPr>
            </a:lvl5pPr>
            <a:lvl6pPr>
              <a:defRPr sz="1650" b="1">
                <a:solidFill>
                  <a:srgbClr val="F5F7FB"/>
                </a:solidFill>
                <a:latin typeface="Aptos"/>
                <a:ea typeface="Aptos"/>
                <a:cs typeface="Aptos"/>
              </a:defRPr>
            </a:lvl6pPr>
            <a:lvl7pPr>
              <a:defRPr sz="1650" b="1">
                <a:solidFill>
                  <a:srgbClr val="F5F7FB"/>
                </a:solidFill>
                <a:latin typeface="Aptos"/>
                <a:ea typeface="Aptos"/>
                <a:cs typeface="Aptos"/>
              </a:defRPr>
            </a:lvl7pPr>
            <a:lvl8pPr>
              <a:defRPr sz="1650" b="1">
                <a:solidFill>
                  <a:srgbClr val="F5F7FB"/>
                </a:solidFill>
                <a:latin typeface="Aptos"/>
                <a:ea typeface="Aptos"/>
                <a:cs typeface="Aptos"/>
              </a:defRPr>
            </a:lvl8pPr>
            <a:lvl9pPr>
              <a:defRPr sz="1650" b="1">
                <a:solidFill>
                  <a:srgbClr val="F5F7FB"/>
                </a:solidFill>
                <a:latin typeface="Aptos"/>
                <a:ea typeface="Aptos"/>
                <a:cs typeface="Aptos"/>
              </a:defRPr>
            </a:lvl9pPr>
          </a:lstStyle>
          <a:p xmlns:a="http://schemas.openxmlformats.org/drawingml/2006/main">
            <a:pPr>
              <a:defRPr sz="1650" b="1">
                <a:solidFill>
                  <a:srgbClr val="F5F7FB"/>
                </a:solidFill>
                <a:latin typeface="Aptos"/>
                <a:ea typeface="Aptos"/>
                <a:cs typeface="Aptos"/>
              </a:defRPr>
            </a:pPr>
            <a:r>
              <a:rPr sz="1650" b="1">
                <a:solidFill>
                  <a:srgbClr val="F5F7FB"/>
                </a:solidFill>
                <a:latin typeface="Aptos"/>
                <a:ea typeface="Aptos"/>
                <a:cs typeface="Aptos"/>
              </a:rPr>
              <a:t>Arena control owns activation, respawn, reset, and completion</a:t>
            </a:r>
          </a:p>
        </p:txBody>
      </p:sp>
      <p:sp>
        <p:nvSpPr>
          <p:cNvPr id="28" name="">
            <a:extLst xmlns:a="http://schemas.openxmlformats.org/drawingml/2006/main">
              <a:ext uri="{FF2B5EF4-FFF2-40B4-BE49-F238E27FC236}">
                <a16:creationId xmlns:a16="http://schemas.microsoft.com/office/drawing/2014/main" id="{3C540241-7C03-4203-A110-D4AA96107ABC}"/>
              </a:ext>
            </a:extLst>
          </p:cNvPr>
          <p:cNvSpPr>
            <a:spLocks xmlns:a="http://schemas.openxmlformats.org/drawingml/2006/main" noGrp="1"/>
          </p:cNvSpPr>
          <p:nvPr/>
        </p:nvSpPr>
        <p:spPr>
          <a:xfrm xmlns:a="http://schemas.openxmlformats.org/drawingml/2006/main">
            <a:off x="2667000" y="5857875"/>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350" b="0">
                <a:solidFill>
                  <a:srgbClr val="AAB7CA"/>
                </a:solidFill>
                <a:latin typeface="Aptos"/>
                <a:ea typeface="Aptos"/>
                <a:cs typeface="Aptos"/>
              </a:defRPr>
            </a:defPPr>
            <a:lvl1pPr>
              <a:defRPr sz="1350" b="0">
                <a:solidFill>
                  <a:srgbClr val="AAB7CA"/>
                </a:solidFill>
                <a:latin typeface="Aptos"/>
                <a:ea typeface="Aptos"/>
                <a:cs typeface="Aptos"/>
              </a:defRPr>
            </a:lvl1pPr>
            <a:lvl2pPr>
              <a:defRPr sz="1350" b="0">
                <a:solidFill>
                  <a:srgbClr val="AAB7CA"/>
                </a:solidFill>
                <a:latin typeface="Aptos"/>
                <a:ea typeface="Aptos"/>
                <a:cs typeface="Aptos"/>
              </a:defRPr>
            </a:lvl2pPr>
            <a:lvl3pPr>
              <a:defRPr sz="1350" b="0">
                <a:solidFill>
                  <a:srgbClr val="AAB7CA"/>
                </a:solidFill>
                <a:latin typeface="Aptos"/>
                <a:ea typeface="Aptos"/>
                <a:cs typeface="Aptos"/>
              </a:defRPr>
            </a:lvl3pPr>
            <a:lvl4pPr>
              <a:defRPr sz="1350" b="0">
                <a:solidFill>
                  <a:srgbClr val="AAB7CA"/>
                </a:solidFill>
                <a:latin typeface="Aptos"/>
                <a:ea typeface="Aptos"/>
                <a:cs typeface="Aptos"/>
              </a:defRPr>
            </a:lvl4pPr>
            <a:lvl5pPr>
              <a:defRPr sz="1350" b="0">
                <a:solidFill>
                  <a:srgbClr val="AAB7CA"/>
                </a:solidFill>
                <a:latin typeface="Aptos"/>
                <a:ea typeface="Aptos"/>
                <a:cs typeface="Aptos"/>
              </a:defRPr>
            </a:lvl5pPr>
            <a:lvl6pPr>
              <a:defRPr sz="1350" b="0">
                <a:solidFill>
                  <a:srgbClr val="AAB7CA"/>
                </a:solidFill>
                <a:latin typeface="Aptos"/>
                <a:ea typeface="Aptos"/>
                <a:cs typeface="Aptos"/>
              </a:defRPr>
            </a:lvl6pPr>
            <a:lvl7pPr>
              <a:defRPr sz="1350" b="0">
                <a:solidFill>
                  <a:srgbClr val="AAB7CA"/>
                </a:solidFill>
                <a:latin typeface="Aptos"/>
                <a:ea typeface="Aptos"/>
                <a:cs typeface="Aptos"/>
              </a:defRPr>
            </a:lvl7pPr>
            <a:lvl8pPr>
              <a:defRPr sz="1350" b="0">
                <a:solidFill>
                  <a:srgbClr val="AAB7CA"/>
                </a:solidFill>
                <a:latin typeface="Aptos"/>
                <a:ea typeface="Aptos"/>
                <a:cs typeface="Aptos"/>
              </a:defRPr>
            </a:lvl8pPr>
            <a:lvl9pPr>
              <a:defRPr sz="1350" b="0">
                <a:solidFill>
                  <a:srgbClr val="AAB7CA"/>
                </a:solidFill>
                <a:latin typeface="Aptos"/>
                <a:ea typeface="Aptos"/>
                <a:cs typeface="Aptos"/>
              </a:defRPr>
            </a:lvl9pPr>
          </a:lstStyle>
          <a:p xmlns:a="http://schemas.openxmlformats.org/drawingml/2006/main">
            <a:pPr>
              <a:defRPr sz="1350" b="0">
                <a:solidFill>
                  <a:srgbClr val="AAB7CA"/>
                </a:solidFill>
                <a:latin typeface="Aptos"/>
                <a:ea typeface="Aptos"/>
                <a:cs typeface="Aptos"/>
              </a:defRPr>
            </a:pPr>
            <a:r>
              <a:rPr sz="1350" b="0">
                <a:solidFill>
                  <a:srgbClr val="AAB7CA"/>
                </a:solidFill>
                <a:latin typeface="Aptos"/>
                <a:ea typeface="Aptos"/>
                <a:cs typeface="Aptos"/>
              </a:rPr>
              <a:t>C++ owns gameplay rules. Blueprints provide assets and tuning.</a:t>
            </a:r>
          </a:p>
        </p:txBody>
      </p:sp>
    </p:spTree>
    <p:extLst>
      <p:ext uri="{BB962C8B-B14F-4D97-AF65-F5344CB8AC3E}">
        <p14:creationId xmlns:p14="http://schemas.microsoft.com/office/powerpoint/2010/main" val="550981349"/>
      </p:ext>
    </p:extLst>
  </p:cSld>
</p:sld>
</file>

<file path=ppt/slides/slide4.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1F592DD-7031-4125-B39B-993C2C4EB22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345C74-8849-4FE6-A75B-155E74D23AA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COMMON VOCABULARY</a:t>
            </a:r>
          </a:p>
        </p:txBody>
      </p:sp>
      <p:sp>
        <p:nvSpPr>
          <p:cNvPr id="3" name="">
            <a:extLst xmlns:a="http://schemas.openxmlformats.org/drawingml/2006/main">
              <a:ext uri="{FF2B5EF4-FFF2-40B4-BE49-F238E27FC236}">
                <a16:creationId xmlns:a16="http://schemas.microsoft.com/office/drawing/2014/main" id="{67A994AC-4282-471E-9A87-3E0E760605D5}"/>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Shared state and coordination roles</a:t>
            </a:r>
          </a:p>
        </p:txBody>
      </p:sp>
      <p:sp>
        <p:nvSpPr>
          <p:cNvPr id="4" name="">
            <a:extLst xmlns:a="http://schemas.openxmlformats.org/drawingml/2006/main">
              <a:ext uri="{FF2B5EF4-FFF2-40B4-BE49-F238E27FC236}">
                <a16:creationId xmlns:a16="http://schemas.microsoft.com/office/drawing/2014/main" id="{DA9BF063-8B22-40C0-9229-D268D3DE5D89}"/>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155D32A-DEC3-49BF-A275-DFD843547F02}"/>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767DA82D-E5DA-484B-823D-AD5032BFE660}"/>
              </a:ext>
            </a:extLst>
          </p:cNvPr>
          <p:cNvSpPr>
            <a:spLocks xmlns:a="http://schemas.openxmlformats.org/drawingml/2006/main" noGrp="1"/>
          </p:cNvSpPr>
          <p:nvPr/>
        </p:nvSpPr>
        <p:spPr>
          <a:xfrm xmlns:a="http://schemas.openxmlformats.org/drawingml/2006/main">
            <a:off x="609600" y="15811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defPPr>
              <a:defRPr sz="2025" b="1">
                <a:solidFill>
                  <a:srgbClr val="F5F7FB"/>
                </a:solidFill>
                <a:latin typeface="Aptos"/>
                <a:ea typeface="Aptos"/>
                <a:cs typeface="Aptos"/>
              </a:defRPr>
            </a:defPPr>
            <a:lvl1pPr>
              <a:defRPr sz="2025" b="1">
                <a:solidFill>
                  <a:srgbClr val="F5F7FB"/>
                </a:solidFill>
                <a:latin typeface="Aptos"/>
                <a:ea typeface="Aptos"/>
                <a:cs typeface="Aptos"/>
              </a:defRPr>
            </a:lvl1pPr>
            <a:lvl2pPr>
              <a:defRPr sz="2025" b="1">
                <a:solidFill>
                  <a:srgbClr val="F5F7FB"/>
                </a:solidFill>
                <a:latin typeface="Aptos"/>
                <a:ea typeface="Aptos"/>
                <a:cs typeface="Aptos"/>
              </a:defRPr>
            </a:lvl2pPr>
            <a:lvl3pPr>
              <a:defRPr sz="2025" b="1">
                <a:solidFill>
                  <a:srgbClr val="F5F7FB"/>
                </a:solidFill>
                <a:latin typeface="Aptos"/>
                <a:ea typeface="Aptos"/>
                <a:cs typeface="Aptos"/>
              </a:defRPr>
            </a:lvl3pPr>
            <a:lvl4pPr>
              <a:defRPr sz="2025" b="1">
                <a:solidFill>
                  <a:srgbClr val="F5F7FB"/>
                </a:solidFill>
                <a:latin typeface="Aptos"/>
                <a:ea typeface="Aptos"/>
                <a:cs typeface="Aptos"/>
              </a:defRPr>
            </a:lvl4pPr>
            <a:lvl5pPr>
              <a:defRPr sz="2025" b="1">
                <a:solidFill>
                  <a:srgbClr val="F5F7FB"/>
                </a:solidFill>
                <a:latin typeface="Aptos"/>
                <a:ea typeface="Aptos"/>
                <a:cs typeface="Aptos"/>
              </a:defRPr>
            </a:lvl5pPr>
            <a:lvl6pPr>
              <a:defRPr sz="2025" b="1">
                <a:solidFill>
                  <a:srgbClr val="F5F7FB"/>
                </a:solidFill>
                <a:latin typeface="Aptos"/>
                <a:ea typeface="Aptos"/>
                <a:cs typeface="Aptos"/>
              </a:defRPr>
            </a:lvl6pPr>
            <a:lvl7pPr>
              <a:defRPr sz="2025" b="1">
                <a:solidFill>
                  <a:srgbClr val="F5F7FB"/>
                </a:solidFill>
                <a:latin typeface="Aptos"/>
                <a:ea typeface="Aptos"/>
                <a:cs typeface="Aptos"/>
              </a:defRPr>
            </a:lvl7pPr>
            <a:lvl8pPr>
              <a:defRPr sz="2025" b="1">
                <a:solidFill>
                  <a:srgbClr val="F5F7FB"/>
                </a:solidFill>
                <a:latin typeface="Aptos"/>
                <a:ea typeface="Aptos"/>
                <a:cs typeface="Aptos"/>
              </a:defRPr>
            </a:lvl8pPr>
            <a:lvl9pPr>
              <a:defRPr sz="2025" b="1">
                <a:solidFill>
                  <a:srgbClr val="F5F7FB"/>
                </a:solidFill>
                <a:latin typeface="Aptos"/>
                <a:ea typeface="Aptos"/>
                <a:cs typeface="Aptos"/>
              </a:defRPr>
            </a:lvl9pPr>
          </a:lstStyle>
          <a:p xmlns:a="http://schemas.openxmlformats.org/drawingml/2006/main">
            <a:pPr>
              <a:defRPr sz="2025" b="1">
                <a:solidFill>
                  <a:srgbClr val="F5F7FB"/>
                </a:solidFill>
                <a:latin typeface="Aptos"/>
                <a:ea typeface="Aptos"/>
                <a:cs typeface="Aptos"/>
              </a:defRPr>
            </a:pPr>
            <a:r>
              <a:rPr sz="2025" b="1">
                <a:solidFill>
                  <a:srgbClr val="F5F7FB"/>
                </a:solidFill>
                <a:latin typeface="Aptos"/>
                <a:ea typeface="Aptos"/>
                <a:cs typeface="Aptos"/>
              </a:rPr>
              <a:t>Action states make behavior visible and debuggable</a:t>
            </a:r>
          </a:p>
        </p:txBody>
      </p:sp>
      <p:sp>
        <p:nvSpPr>
          <p:cNvPr id="7" name="">
            <a:extLst xmlns:a="http://schemas.openxmlformats.org/drawingml/2006/main">
              <a:ext uri="{FF2B5EF4-FFF2-40B4-BE49-F238E27FC236}">
                <a16:creationId xmlns:a16="http://schemas.microsoft.com/office/drawing/2014/main" id="{3CD13A02-8F52-4E2E-9274-628C47F97370}"/>
              </a:ext>
            </a:extLst>
          </p:cNvPr>
          <p:cNvSpPr>
            <a:spLocks xmlns:a="http://schemas.openxmlformats.org/drawingml/2006/main" noGrp="1"/>
          </p:cNvSpPr>
          <p:nvPr/>
        </p:nvSpPr>
        <p:spPr>
          <a:xfrm xmlns:a="http://schemas.openxmlformats.org/drawingml/2006/main">
            <a:off x="666750" y="2333625"/>
            <a:ext cx="1524000" cy="590550"/>
          </a:xfrm>
          <a:prstGeom xmlns:a="http://schemas.openxmlformats.org/drawingml/2006/main" prst="roundRect">
            <a:avLst>
              <a:gd name="adj" fmla="val 19355"/>
            </a:avLst>
          </a:prstGeom>
          <a:solidFill xmlns:a="http://schemas.openxmlformats.org/drawingml/2006/main">
            <a:srgbClr val="16243A"/>
          </a:solidFill>
          <a:ln xmlns:a="http://schemas.openxmlformats.org/drawingml/2006/main" w="14288">
            <a:solidFill>
              <a:srgbClr val="AAB7CA"/>
            </a:solidFill>
            <a:prstDash val="solid"/>
          </a:ln>
        </p:spPr>
      </p:sp>
      <p:sp>
        <p:nvSpPr>
          <p:cNvPr id="8" name="">
            <a:extLst xmlns:a="http://schemas.openxmlformats.org/drawingml/2006/main">
              <a:ext uri="{FF2B5EF4-FFF2-40B4-BE49-F238E27FC236}">
                <a16:creationId xmlns:a16="http://schemas.microsoft.com/office/drawing/2014/main" id="{38A60256-948E-451B-9CD2-EF6F28BCF6F4}"/>
              </a:ext>
            </a:extLst>
          </p:cNvPr>
          <p:cNvSpPr>
            <a:spLocks xmlns:a="http://schemas.openxmlformats.org/drawingml/2006/main" noGrp="1"/>
          </p:cNvSpPr>
          <p:nvPr/>
        </p:nvSpPr>
        <p:spPr>
          <a:xfrm xmlns:a="http://schemas.openxmlformats.org/drawingml/2006/main">
            <a:off x="781050" y="2524125"/>
            <a:ext cx="129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defRPr sz="1125" b="1">
                <a:solidFill>
                  <a:srgbClr val="AAB7CA"/>
                </a:solidFill>
                <a:latin typeface="Aptos"/>
                <a:ea typeface="Aptos"/>
                <a:cs typeface="Aptos"/>
              </a:defRPr>
            </a:defPPr>
            <a:lvl1pPr>
              <a:defRPr sz="1125" b="1">
                <a:solidFill>
                  <a:srgbClr val="AAB7CA"/>
                </a:solidFill>
                <a:latin typeface="Aptos"/>
                <a:ea typeface="Aptos"/>
                <a:cs typeface="Aptos"/>
              </a:defRPr>
            </a:lvl1pPr>
            <a:lvl2pPr>
              <a:defRPr sz="1125" b="1">
                <a:solidFill>
                  <a:srgbClr val="AAB7CA"/>
                </a:solidFill>
                <a:latin typeface="Aptos"/>
                <a:ea typeface="Aptos"/>
                <a:cs typeface="Aptos"/>
              </a:defRPr>
            </a:lvl2pPr>
            <a:lvl3pPr>
              <a:defRPr sz="1125" b="1">
                <a:solidFill>
                  <a:srgbClr val="AAB7CA"/>
                </a:solidFill>
                <a:latin typeface="Aptos"/>
                <a:ea typeface="Aptos"/>
                <a:cs typeface="Aptos"/>
              </a:defRPr>
            </a:lvl3pPr>
            <a:lvl4pPr>
              <a:defRPr sz="1125" b="1">
                <a:solidFill>
                  <a:srgbClr val="AAB7CA"/>
                </a:solidFill>
                <a:latin typeface="Aptos"/>
                <a:ea typeface="Aptos"/>
                <a:cs typeface="Aptos"/>
              </a:defRPr>
            </a:lvl4pPr>
            <a:lvl5pPr>
              <a:defRPr sz="1125" b="1">
                <a:solidFill>
                  <a:srgbClr val="AAB7CA"/>
                </a:solidFill>
                <a:latin typeface="Aptos"/>
                <a:ea typeface="Aptos"/>
                <a:cs typeface="Aptos"/>
              </a:defRPr>
            </a:lvl5pPr>
            <a:lvl6pPr>
              <a:defRPr sz="1125" b="1">
                <a:solidFill>
                  <a:srgbClr val="AAB7CA"/>
                </a:solidFill>
                <a:latin typeface="Aptos"/>
                <a:ea typeface="Aptos"/>
                <a:cs typeface="Aptos"/>
              </a:defRPr>
            </a:lvl6pPr>
            <a:lvl7pPr>
              <a:defRPr sz="1125" b="1">
                <a:solidFill>
                  <a:srgbClr val="AAB7CA"/>
                </a:solidFill>
                <a:latin typeface="Aptos"/>
                <a:ea typeface="Aptos"/>
                <a:cs typeface="Aptos"/>
              </a:defRPr>
            </a:lvl7pPr>
            <a:lvl8pPr>
              <a:defRPr sz="1125" b="1">
                <a:solidFill>
                  <a:srgbClr val="AAB7CA"/>
                </a:solidFill>
                <a:latin typeface="Aptos"/>
                <a:ea typeface="Aptos"/>
                <a:cs typeface="Aptos"/>
              </a:defRPr>
            </a:lvl8pPr>
            <a:lvl9pPr>
              <a:defRPr sz="1125" b="1">
                <a:solidFill>
                  <a:srgbClr val="AAB7CA"/>
                </a:solidFill>
                <a:latin typeface="Aptos"/>
                <a:ea typeface="Aptos"/>
                <a:cs typeface="Aptos"/>
              </a:defRPr>
            </a:lvl9pPr>
          </a:lstStyle>
          <a:p xmlns:a="http://schemas.openxmlformats.org/drawingml/2006/main">
            <a:pPr>
              <a:defRPr sz="1125" b="1">
                <a:solidFill>
                  <a:srgbClr val="AAB7CA"/>
                </a:solidFill>
                <a:latin typeface="Aptos"/>
                <a:ea typeface="Aptos"/>
                <a:cs typeface="Aptos"/>
              </a:defRPr>
            </a:pPr>
            <a:r>
              <a:rPr sz="1125" b="1">
                <a:solidFill>
                  <a:srgbClr val="AAB7CA"/>
                </a:solidFill>
                <a:latin typeface="Aptos"/>
                <a:ea typeface="Aptos"/>
                <a:cs typeface="Aptos"/>
              </a:rPr>
              <a:t>IDLE</a:t>
            </a:r>
          </a:p>
        </p:txBody>
      </p:sp>
      <p:sp>
        <p:nvSpPr>
          <p:cNvPr id="9" name="">
            <a:extLst xmlns:a="http://schemas.openxmlformats.org/drawingml/2006/main">
              <a:ext uri="{FF2B5EF4-FFF2-40B4-BE49-F238E27FC236}">
                <a16:creationId xmlns:a16="http://schemas.microsoft.com/office/drawing/2014/main" id="{84A177B7-DB9D-4D8E-BF8D-2FFF0C2827A1}"/>
              </a:ext>
            </a:extLst>
          </p:cNvPr>
          <p:cNvSpPr>
            <a:spLocks xmlns:a="http://schemas.openxmlformats.org/drawingml/2006/main" noGrp="1"/>
          </p:cNvSpPr>
          <p:nvPr/>
        </p:nvSpPr>
        <p:spPr>
          <a:xfrm xmlns:a="http://schemas.openxmlformats.org/drawingml/2006/main">
            <a:off x="2190750" y="2619375"/>
            <a:ext cx="323850" cy="28575"/>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B77449-C283-44D0-A42A-C7845CF396C2}"/>
              </a:ext>
            </a:extLst>
          </p:cNvPr>
          <p:cNvSpPr>
            <a:spLocks xmlns:a="http://schemas.openxmlformats.org/drawingml/2006/main" noGrp="1"/>
          </p:cNvSpPr>
          <p:nvPr/>
        </p:nvSpPr>
        <p:spPr>
          <a:xfrm xmlns:a="http://schemas.openxmlformats.org/drawingml/2006/main">
            <a:off x="2514600" y="2333625"/>
            <a:ext cx="1524000" cy="590550"/>
          </a:xfrm>
          <a:prstGeom xmlns:a="http://schemas.openxmlformats.org/drawingml/2006/main" prst="roundRect">
            <a:avLst>
              <a:gd name="adj" fmla="val 19355"/>
            </a:avLst>
          </a:prstGeom>
          <a:solidFill xmlns:a="http://schemas.openxmlformats.org/drawingml/2006/main">
            <a:srgbClr val="16243A"/>
          </a:solidFill>
          <a:ln xmlns:a="http://schemas.openxmlformats.org/drawingml/2006/main" w="14288">
            <a:solidFill>
              <a:srgbClr val="45D483"/>
            </a:solidFill>
            <a:prstDash val="solid"/>
          </a:ln>
        </p:spPr>
      </p:sp>
      <p:sp>
        <p:nvSpPr>
          <p:cNvPr id="11" name="">
            <a:extLst xmlns:a="http://schemas.openxmlformats.org/drawingml/2006/main">
              <a:ext uri="{FF2B5EF4-FFF2-40B4-BE49-F238E27FC236}">
                <a16:creationId xmlns:a16="http://schemas.microsoft.com/office/drawing/2014/main" id="{C69EF2DB-713A-4816-93D2-AE6FC1CBF15C}"/>
              </a:ext>
            </a:extLst>
          </p:cNvPr>
          <p:cNvSpPr>
            <a:spLocks xmlns:a="http://schemas.openxmlformats.org/drawingml/2006/main" noGrp="1"/>
          </p:cNvSpPr>
          <p:nvPr/>
        </p:nvSpPr>
        <p:spPr>
          <a:xfrm xmlns:a="http://schemas.openxmlformats.org/drawingml/2006/main">
            <a:off x="2628900" y="2524125"/>
            <a:ext cx="129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defRPr sz="1125" b="1">
                <a:solidFill>
                  <a:srgbClr val="45D483"/>
                </a:solidFill>
                <a:latin typeface="Aptos"/>
                <a:ea typeface="Aptos"/>
                <a:cs typeface="Aptos"/>
              </a:defRPr>
            </a:defPPr>
            <a:lvl1pPr>
              <a:defRPr sz="1125" b="1">
                <a:solidFill>
                  <a:srgbClr val="45D483"/>
                </a:solidFill>
                <a:latin typeface="Aptos"/>
                <a:ea typeface="Aptos"/>
                <a:cs typeface="Aptos"/>
              </a:defRPr>
            </a:lvl1pPr>
            <a:lvl2pPr>
              <a:defRPr sz="1125" b="1">
                <a:solidFill>
                  <a:srgbClr val="45D483"/>
                </a:solidFill>
                <a:latin typeface="Aptos"/>
                <a:ea typeface="Aptos"/>
                <a:cs typeface="Aptos"/>
              </a:defRPr>
            </a:lvl2pPr>
            <a:lvl3pPr>
              <a:defRPr sz="1125" b="1">
                <a:solidFill>
                  <a:srgbClr val="45D483"/>
                </a:solidFill>
                <a:latin typeface="Aptos"/>
                <a:ea typeface="Aptos"/>
                <a:cs typeface="Aptos"/>
              </a:defRPr>
            </a:lvl3pPr>
            <a:lvl4pPr>
              <a:defRPr sz="1125" b="1">
                <a:solidFill>
                  <a:srgbClr val="45D483"/>
                </a:solidFill>
                <a:latin typeface="Aptos"/>
                <a:ea typeface="Aptos"/>
                <a:cs typeface="Aptos"/>
              </a:defRPr>
            </a:lvl4pPr>
            <a:lvl5pPr>
              <a:defRPr sz="1125" b="1">
                <a:solidFill>
                  <a:srgbClr val="45D483"/>
                </a:solidFill>
                <a:latin typeface="Aptos"/>
                <a:ea typeface="Aptos"/>
                <a:cs typeface="Aptos"/>
              </a:defRPr>
            </a:lvl5pPr>
            <a:lvl6pPr>
              <a:defRPr sz="1125" b="1">
                <a:solidFill>
                  <a:srgbClr val="45D483"/>
                </a:solidFill>
                <a:latin typeface="Aptos"/>
                <a:ea typeface="Aptos"/>
                <a:cs typeface="Aptos"/>
              </a:defRPr>
            </a:lvl6pPr>
            <a:lvl7pPr>
              <a:defRPr sz="1125" b="1">
                <a:solidFill>
                  <a:srgbClr val="45D483"/>
                </a:solidFill>
                <a:latin typeface="Aptos"/>
                <a:ea typeface="Aptos"/>
                <a:cs typeface="Aptos"/>
              </a:defRPr>
            </a:lvl7pPr>
            <a:lvl8pPr>
              <a:defRPr sz="1125" b="1">
                <a:solidFill>
                  <a:srgbClr val="45D483"/>
                </a:solidFill>
                <a:latin typeface="Aptos"/>
                <a:ea typeface="Aptos"/>
                <a:cs typeface="Aptos"/>
              </a:defRPr>
            </a:lvl8pPr>
            <a:lvl9pPr>
              <a:defRPr sz="1125" b="1">
                <a:solidFill>
                  <a:srgbClr val="45D483"/>
                </a:solidFill>
                <a:latin typeface="Aptos"/>
                <a:ea typeface="Aptos"/>
                <a:cs typeface="Aptos"/>
              </a:defRPr>
            </a:lvl9pPr>
          </a:lstStyle>
          <a:p xmlns:a="http://schemas.openxmlformats.org/drawingml/2006/main">
            <a:pPr>
              <a:defRPr sz="1125" b="1">
                <a:solidFill>
                  <a:srgbClr val="45D483"/>
                </a:solidFill>
                <a:latin typeface="Aptos"/>
                <a:ea typeface="Aptos"/>
                <a:cs typeface="Aptos"/>
              </a:defRPr>
            </a:pPr>
            <a:r>
              <a:rPr sz="1125" b="1">
                <a:solidFill>
                  <a:srgbClr val="45D483"/>
                </a:solidFill>
                <a:latin typeface="Aptos"/>
                <a:ea typeface="Aptos"/>
                <a:cs typeface="Aptos"/>
              </a:rPr>
              <a:t>PATROL</a:t>
            </a:r>
          </a:p>
        </p:txBody>
      </p:sp>
      <p:sp>
        <p:nvSpPr>
          <p:cNvPr id="12" name="">
            <a:extLst xmlns:a="http://schemas.openxmlformats.org/drawingml/2006/main">
              <a:ext uri="{FF2B5EF4-FFF2-40B4-BE49-F238E27FC236}">
                <a16:creationId xmlns:a16="http://schemas.microsoft.com/office/drawing/2014/main" id="{450B2ECE-C1A5-48D5-9747-C11BFD574132}"/>
              </a:ext>
            </a:extLst>
          </p:cNvPr>
          <p:cNvSpPr>
            <a:spLocks xmlns:a="http://schemas.openxmlformats.org/drawingml/2006/main" noGrp="1"/>
          </p:cNvSpPr>
          <p:nvPr/>
        </p:nvSpPr>
        <p:spPr>
          <a:xfrm xmlns:a="http://schemas.openxmlformats.org/drawingml/2006/main">
            <a:off x="4038600" y="2619375"/>
            <a:ext cx="323850" cy="28575"/>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874D3EF-1F73-498B-A5F1-5CF0A43219E9}"/>
              </a:ext>
            </a:extLst>
          </p:cNvPr>
          <p:cNvSpPr>
            <a:spLocks xmlns:a="http://schemas.openxmlformats.org/drawingml/2006/main" noGrp="1"/>
          </p:cNvSpPr>
          <p:nvPr/>
        </p:nvSpPr>
        <p:spPr>
          <a:xfrm xmlns:a="http://schemas.openxmlformats.org/drawingml/2006/main">
            <a:off x="4362450" y="2333625"/>
            <a:ext cx="1524000" cy="590550"/>
          </a:xfrm>
          <a:prstGeom xmlns:a="http://schemas.openxmlformats.org/drawingml/2006/main" prst="roundRect">
            <a:avLst>
              <a:gd name="adj" fmla="val 19355"/>
            </a:avLst>
          </a:prstGeom>
          <a:solidFill xmlns:a="http://schemas.openxmlformats.org/drawingml/2006/main">
            <a:srgbClr val="16243A"/>
          </a:solidFill>
          <a:ln xmlns:a="http://schemas.openxmlformats.org/drawingml/2006/main" w="14288">
            <a:solidFill>
              <a:srgbClr val="4BA7FF"/>
            </a:solidFill>
            <a:prstDash val="solid"/>
          </a:ln>
        </p:spPr>
      </p:sp>
      <p:sp>
        <p:nvSpPr>
          <p:cNvPr id="14" name="">
            <a:extLst xmlns:a="http://schemas.openxmlformats.org/drawingml/2006/main">
              <a:ext uri="{FF2B5EF4-FFF2-40B4-BE49-F238E27FC236}">
                <a16:creationId xmlns:a16="http://schemas.microsoft.com/office/drawing/2014/main" id="{A803604C-5DA2-4764-8BF4-9931BFE57334}"/>
              </a:ext>
            </a:extLst>
          </p:cNvPr>
          <p:cNvSpPr>
            <a:spLocks xmlns:a="http://schemas.openxmlformats.org/drawingml/2006/main" noGrp="1"/>
          </p:cNvSpPr>
          <p:nvPr/>
        </p:nvSpPr>
        <p:spPr>
          <a:xfrm xmlns:a="http://schemas.openxmlformats.org/drawingml/2006/main">
            <a:off x="4476750" y="2524125"/>
            <a:ext cx="129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defRPr sz="1125" b="1">
                <a:solidFill>
                  <a:srgbClr val="4BA7FF"/>
                </a:solidFill>
                <a:latin typeface="Aptos"/>
                <a:ea typeface="Aptos"/>
                <a:cs typeface="Aptos"/>
              </a:defRPr>
            </a:defPPr>
            <a:lvl1pPr>
              <a:defRPr sz="1125" b="1">
                <a:solidFill>
                  <a:srgbClr val="4BA7FF"/>
                </a:solidFill>
                <a:latin typeface="Aptos"/>
                <a:ea typeface="Aptos"/>
                <a:cs typeface="Aptos"/>
              </a:defRPr>
            </a:lvl1pPr>
            <a:lvl2pPr>
              <a:defRPr sz="1125" b="1">
                <a:solidFill>
                  <a:srgbClr val="4BA7FF"/>
                </a:solidFill>
                <a:latin typeface="Aptos"/>
                <a:ea typeface="Aptos"/>
                <a:cs typeface="Aptos"/>
              </a:defRPr>
            </a:lvl2pPr>
            <a:lvl3pPr>
              <a:defRPr sz="1125" b="1">
                <a:solidFill>
                  <a:srgbClr val="4BA7FF"/>
                </a:solidFill>
                <a:latin typeface="Aptos"/>
                <a:ea typeface="Aptos"/>
                <a:cs typeface="Aptos"/>
              </a:defRPr>
            </a:lvl3pPr>
            <a:lvl4pPr>
              <a:defRPr sz="1125" b="1">
                <a:solidFill>
                  <a:srgbClr val="4BA7FF"/>
                </a:solidFill>
                <a:latin typeface="Aptos"/>
                <a:ea typeface="Aptos"/>
                <a:cs typeface="Aptos"/>
              </a:defRPr>
            </a:lvl4pPr>
            <a:lvl5pPr>
              <a:defRPr sz="1125" b="1">
                <a:solidFill>
                  <a:srgbClr val="4BA7FF"/>
                </a:solidFill>
                <a:latin typeface="Aptos"/>
                <a:ea typeface="Aptos"/>
                <a:cs typeface="Aptos"/>
              </a:defRPr>
            </a:lvl5pPr>
            <a:lvl6pPr>
              <a:defRPr sz="1125" b="1">
                <a:solidFill>
                  <a:srgbClr val="4BA7FF"/>
                </a:solidFill>
                <a:latin typeface="Aptos"/>
                <a:ea typeface="Aptos"/>
                <a:cs typeface="Aptos"/>
              </a:defRPr>
            </a:lvl6pPr>
            <a:lvl7pPr>
              <a:defRPr sz="1125" b="1">
                <a:solidFill>
                  <a:srgbClr val="4BA7FF"/>
                </a:solidFill>
                <a:latin typeface="Aptos"/>
                <a:ea typeface="Aptos"/>
                <a:cs typeface="Aptos"/>
              </a:defRPr>
            </a:lvl7pPr>
            <a:lvl8pPr>
              <a:defRPr sz="1125" b="1">
                <a:solidFill>
                  <a:srgbClr val="4BA7FF"/>
                </a:solidFill>
                <a:latin typeface="Aptos"/>
                <a:ea typeface="Aptos"/>
                <a:cs typeface="Aptos"/>
              </a:defRPr>
            </a:lvl8pPr>
            <a:lvl9pPr>
              <a:defRPr sz="1125" b="1">
                <a:solidFill>
                  <a:srgbClr val="4BA7FF"/>
                </a:solidFill>
                <a:latin typeface="Aptos"/>
                <a:ea typeface="Aptos"/>
                <a:cs typeface="Aptos"/>
              </a:defRPr>
            </a:lvl9pPr>
          </a:lstStyle>
          <a:p xmlns:a="http://schemas.openxmlformats.org/drawingml/2006/main">
            <a:pPr>
              <a:defRPr sz="1125" b="1">
                <a:solidFill>
                  <a:srgbClr val="4BA7FF"/>
                </a:solidFill>
                <a:latin typeface="Aptos"/>
                <a:ea typeface="Aptos"/>
                <a:cs typeface="Aptos"/>
              </a:defRPr>
            </a:pPr>
            <a:r>
              <a:rPr sz="1125" b="1">
                <a:solidFill>
                  <a:srgbClr val="4BA7FF"/>
                </a:solidFill>
                <a:latin typeface="Aptos"/>
                <a:ea typeface="Aptos"/>
                <a:cs typeface="Aptos"/>
              </a:rPr>
              <a:t>CHASE</a:t>
            </a:r>
          </a:p>
        </p:txBody>
      </p:sp>
      <p:sp>
        <p:nvSpPr>
          <p:cNvPr id="15" name="">
            <a:extLst xmlns:a="http://schemas.openxmlformats.org/drawingml/2006/main">
              <a:ext uri="{FF2B5EF4-FFF2-40B4-BE49-F238E27FC236}">
                <a16:creationId xmlns:a16="http://schemas.microsoft.com/office/drawing/2014/main" id="{168ED20B-5A53-4CBB-9AF2-29707E491EAF}"/>
              </a:ext>
            </a:extLst>
          </p:cNvPr>
          <p:cNvSpPr>
            <a:spLocks xmlns:a="http://schemas.openxmlformats.org/drawingml/2006/main" noGrp="1"/>
          </p:cNvSpPr>
          <p:nvPr/>
        </p:nvSpPr>
        <p:spPr>
          <a:xfrm xmlns:a="http://schemas.openxmlformats.org/drawingml/2006/main">
            <a:off x="5886450" y="2619375"/>
            <a:ext cx="323850" cy="28575"/>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287D0CA-5658-48BD-9C45-F1DDB4CF648F}"/>
              </a:ext>
            </a:extLst>
          </p:cNvPr>
          <p:cNvSpPr>
            <a:spLocks xmlns:a="http://schemas.openxmlformats.org/drawingml/2006/main" noGrp="1"/>
          </p:cNvSpPr>
          <p:nvPr/>
        </p:nvSpPr>
        <p:spPr>
          <a:xfrm xmlns:a="http://schemas.openxmlformats.org/drawingml/2006/main">
            <a:off x="6210300" y="2333625"/>
            <a:ext cx="1524000" cy="590550"/>
          </a:xfrm>
          <a:prstGeom xmlns:a="http://schemas.openxmlformats.org/drawingml/2006/main" prst="roundRect">
            <a:avLst>
              <a:gd name="adj" fmla="val 19355"/>
            </a:avLst>
          </a:prstGeom>
          <a:solidFill xmlns:a="http://schemas.openxmlformats.org/drawingml/2006/main">
            <a:srgbClr val="16243A"/>
          </a:solidFill>
          <a:ln xmlns:a="http://schemas.openxmlformats.org/drawingml/2006/main" w="14288">
            <a:solidFill>
              <a:srgbClr val="FFC857"/>
            </a:solidFill>
            <a:prstDash val="solid"/>
          </a:ln>
        </p:spPr>
      </p:sp>
      <p:sp>
        <p:nvSpPr>
          <p:cNvPr id="17" name="">
            <a:extLst xmlns:a="http://schemas.openxmlformats.org/drawingml/2006/main">
              <a:ext uri="{FF2B5EF4-FFF2-40B4-BE49-F238E27FC236}">
                <a16:creationId xmlns:a16="http://schemas.microsoft.com/office/drawing/2014/main" id="{B05ECF36-1693-4CC9-9C70-ACF2B4A857CB}"/>
              </a:ext>
            </a:extLst>
          </p:cNvPr>
          <p:cNvSpPr>
            <a:spLocks xmlns:a="http://schemas.openxmlformats.org/drawingml/2006/main" noGrp="1"/>
          </p:cNvSpPr>
          <p:nvPr/>
        </p:nvSpPr>
        <p:spPr>
          <a:xfrm xmlns:a="http://schemas.openxmlformats.org/drawingml/2006/main">
            <a:off x="6324600" y="2524125"/>
            <a:ext cx="129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defRPr sz="1125" b="1">
                <a:solidFill>
                  <a:srgbClr val="FFC857"/>
                </a:solidFill>
                <a:latin typeface="Aptos"/>
                <a:ea typeface="Aptos"/>
                <a:cs typeface="Aptos"/>
              </a:defRPr>
            </a:defPPr>
            <a:lvl1pPr>
              <a:defRPr sz="1125" b="1">
                <a:solidFill>
                  <a:srgbClr val="FFC857"/>
                </a:solidFill>
                <a:latin typeface="Aptos"/>
                <a:ea typeface="Aptos"/>
                <a:cs typeface="Aptos"/>
              </a:defRPr>
            </a:lvl1pPr>
            <a:lvl2pPr>
              <a:defRPr sz="1125" b="1">
                <a:solidFill>
                  <a:srgbClr val="FFC857"/>
                </a:solidFill>
                <a:latin typeface="Aptos"/>
                <a:ea typeface="Aptos"/>
                <a:cs typeface="Aptos"/>
              </a:defRPr>
            </a:lvl2pPr>
            <a:lvl3pPr>
              <a:defRPr sz="1125" b="1">
                <a:solidFill>
                  <a:srgbClr val="FFC857"/>
                </a:solidFill>
                <a:latin typeface="Aptos"/>
                <a:ea typeface="Aptos"/>
                <a:cs typeface="Aptos"/>
              </a:defRPr>
            </a:lvl3pPr>
            <a:lvl4pPr>
              <a:defRPr sz="1125" b="1">
                <a:solidFill>
                  <a:srgbClr val="FFC857"/>
                </a:solidFill>
                <a:latin typeface="Aptos"/>
                <a:ea typeface="Aptos"/>
                <a:cs typeface="Aptos"/>
              </a:defRPr>
            </a:lvl4pPr>
            <a:lvl5pPr>
              <a:defRPr sz="1125" b="1">
                <a:solidFill>
                  <a:srgbClr val="FFC857"/>
                </a:solidFill>
                <a:latin typeface="Aptos"/>
                <a:ea typeface="Aptos"/>
                <a:cs typeface="Aptos"/>
              </a:defRPr>
            </a:lvl5pPr>
            <a:lvl6pPr>
              <a:defRPr sz="1125" b="1">
                <a:solidFill>
                  <a:srgbClr val="FFC857"/>
                </a:solidFill>
                <a:latin typeface="Aptos"/>
                <a:ea typeface="Aptos"/>
                <a:cs typeface="Aptos"/>
              </a:defRPr>
            </a:lvl6pPr>
            <a:lvl7pPr>
              <a:defRPr sz="1125" b="1">
                <a:solidFill>
                  <a:srgbClr val="FFC857"/>
                </a:solidFill>
                <a:latin typeface="Aptos"/>
                <a:ea typeface="Aptos"/>
                <a:cs typeface="Aptos"/>
              </a:defRPr>
            </a:lvl7pPr>
            <a:lvl8pPr>
              <a:defRPr sz="1125" b="1">
                <a:solidFill>
                  <a:srgbClr val="FFC857"/>
                </a:solidFill>
                <a:latin typeface="Aptos"/>
                <a:ea typeface="Aptos"/>
                <a:cs typeface="Aptos"/>
              </a:defRPr>
            </a:lvl8pPr>
            <a:lvl9pPr>
              <a:defRPr sz="1125" b="1">
                <a:solidFill>
                  <a:srgbClr val="FFC857"/>
                </a:solidFill>
                <a:latin typeface="Aptos"/>
                <a:ea typeface="Aptos"/>
                <a:cs typeface="Aptos"/>
              </a:defRPr>
            </a:lvl9pPr>
          </a:lstStyle>
          <a:p xmlns:a="http://schemas.openxmlformats.org/drawingml/2006/main">
            <a:pPr>
              <a:defRPr sz="1125" b="1">
                <a:solidFill>
                  <a:srgbClr val="FFC857"/>
                </a:solidFill>
                <a:latin typeface="Aptos"/>
                <a:ea typeface="Aptos"/>
                <a:cs typeface="Aptos"/>
              </a:defRPr>
            </a:pPr>
            <a:r>
              <a:rPr sz="1125" b="1">
                <a:solidFill>
                  <a:srgbClr val="FFC857"/>
                </a:solidFill>
                <a:latin typeface="Aptos"/>
                <a:ea typeface="Aptos"/>
                <a:cs typeface="Aptos"/>
              </a:rPr>
              <a:t>WINDUP</a:t>
            </a:r>
          </a:p>
        </p:txBody>
      </p:sp>
      <p:sp>
        <p:nvSpPr>
          <p:cNvPr id="18" name="">
            <a:extLst xmlns:a="http://schemas.openxmlformats.org/drawingml/2006/main">
              <a:ext uri="{FF2B5EF4-FFF2-40B4-BE49-F238E27FC236}">
                <a16:creationId xmlns:a16="http://schemas.microsoft.com/office/drawing/2014/main" id="{CD33C756-3BA9-4B55-A4E2-AA0AF033FE71}"/>
              </a:ext>
            </a:extLst>
          </p:cNvPr>
          <p:cNvSpPr>
            <a:spLocks xmlns:a="http://schemas.openxmlformats.org/drawingml/2006/main" noGrp="1"/>
          </p:cNvSpPr>
          <p:nvPr/>
        </p:nvSpPr>
        <p:spPr>
          <a:xfrm xmlns:a="http://schemas.openxmlformats.org/drawingml/2006/main">
            <a:off x="7734300" y="2619375"/>
            <a:ext cx="323850" cy="28575"/>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C32D19-236D-40D9-A5DC-5F3CAC8184B9}"/>
              </a:ext>
            </a:extLst>
          </p:cNvPr>
          <p:cNvSpPr>
            <a:spLocks xmlns:a="http://schemas.openxmlformats.org/drawingml/2006/main" noGrp="1"/>
          </p:cNvSpPr>
          <p:nvPr/>
        </p:nvSpPr>
        <p:spPr>
          <a:xfrm xmlns:a="http://schemas.openxmlformats.org/drawingml/2006/main">
            <a:off x="8058150" y="2333625"/>
            <a:ext cx="1524000" cy="590550"/>
          </a:xfrm>
          <a:prstGeom xmlns:a="http://schemas.openxmlformats.org/drawingml/2006/main" prst="roundRect">
            <a:avLst>
              <a:gd name="adj" fmla="val 19355"/>
            </a:avLst>
          </a:prstGeom>
          <a:solidFill xmlns:a="http://schemas.openxmlformats.org/drawingml/2006/main">
            <a:srgbClr val="16243A"/>
          </a:solidFill>
          <a:ln xmlns:a="http://schemas.openxmlformats.org/drawingml/2006/main" w="14288">
            <a:solidFill>
              <a:srgbClr val="F04E5E"/>
            </a:solidFill>
            <a:prstDash val="solid"/>
          </a:ln>
        </p:spPr>
      </p:sp>
      <p:sp>
        <p:nvSpPr>
          <p:cNvPr id="20" name="">
            <a:extLst xmlns:a="http://schemas.openxmlformats.org/drawingml/2006/main">
              <a:ext uri="{FF2B5EF4-FFF2-40B4-BE49-F238E27FC236}">
                <a16:creationId xmlns:a16="http://schemas.microsoft.com/office/drawing/2014/main" id="{F540599D-CF62-416F-BE6A-D25F338D8B56}"/>
              </a:ext>
            </a:extLst>
          </p:cNvPr>
          <p:cNvSpPr>
            <a:spLocks xmlns:a="http://schemas.openxmlformats.org/drawingml/2006/main" noGrp="1"/>
          </p:cNvSpPr>
          <p:nvPr/>
        </p:nvSpPr>
        <p:spPr>
          <a:xfrm xmlns:a="http://schemas.openxmlformats.org/drawingml/2006/main">
            <a:off x="8172450" y="2524125"/>
            <a:ext cx="129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defRPr sz="1125" b="1">
                <a:solidFill>
                  <a:srgbClr val="F04E5E"/>
                </a:solidFill>
                <a:latin typeface="Aptos"/>
                <a:ea typeface="Aptos"/>
                <a:cs typeface="Aptos"/>
              </a:defRPr>
            </a:defPPr>
            <a:lvl1pPr>
              <a:defRPr sz="1125" b="1">
                <a:solidFill>
                  <a:srgbClr val="F04E5E"/>
                </a:solidFill>
                <a:latin typeface="Aptos"/>
                <a:ea typeface="Aptos"/>
                <a:cs typeface="Aptos"/>
              </a:defRPr>
            </a:lvl1pPr>
            <a:lvl2pPr>
              <a:defRPr sz="1125" b="1">
                <a:solidFill>
                  <a:srgbClr val="F04E5E"/>
                </a:solidFill>
                <a:latin typeface="Aptos"/>
                <a:ea typeface="Aptos"/>
                <a:cs typeface="Aptos"/>
              </a:defRPr>
            </a:lvl2pPr>
            <a:lvl3pPr>
              <a:defRPr sz="1125" b="1">
                <a:solidFill>
                  <a:srgbClr val="F04E5E"/>
                </a:solidFill>
                <a:latin typeface="Aptos"/>
                <a:ea typeface="Aptos"/>
                <a:cs typeface="Aptos"/>
              </a:defRPr>
            </a:lvl3pPr>
            <a:lvl4pPr>
              <a:defRPr sz="1125" b="1">
                <a:solidFill>
                  <a:srgbClr val="F04E5E"/>
                </a:solidFill>
                <a:latin typeface="Aptos"/>
                <a:ea typeface="Aptos"/>
                <a:cs typeface="Aptos"/>
              </a:defRPr>
            </a:lvl4pPr>
            <a:lvl5pPr>
              <a:defRPr sz="1125" b="1">
                <a:solidFill>
                  <a:srgbClr val="F04E5E"/>
                </a:solidFill>
                <a:latin typeface="Aptos"/>
                <a:ea typeface="Aptos"/>
                <a:cs typeface="Aptos"/>
              </a:defRPr>
            </a:lvl5pPr>
            <a:lvl6pPr>
              <a:defRPr sz="1125" b="1">
                <a:solidFill>
                  <a:srgbClr val="F04E5E"/>
                </a:solidFill>
                <a:latin typeface="Aptos"/>
                <a:ea typeface="Aptos"/>
                <a:cs typeface="Aptos"/>
              </a:defRPr>
            </a:lvl6pPr>
            <a:lvl7pPr>
              <a:defRPr sz="1125" b="1">
                <a:solidFill>
                  <a:srgbClr val="F04E5E"/>
                </a:solidFill>
                <a:latin typeface="Aptos"/>
                <a:ea typeface="Aptos"/>
                <a:cs typeface="Aptos"/>
              </a:defRPr>
            </a:lvl7pPr>
            <a:lvl8pPr>
              <a:defRPr sz="1125" b="1">
                <a:solidFill>
                  <a:srgbClr val="F04E5E"/>
                </a:solidFill>
                <a:latin typeface="Aptos"/>
                <a:ea typeface="Aptos"/>
                <a:cs typeface="Aptos"/>
              </a:defRPr>
            </a:lvl8pPr>
            <a:lvl9pPr>
              <a:defRPr sz="1125" b="1">
                <a:solidFill>
                  <a:srgbClr val="F04E5E"/>
                </a:solidFill>
                <a:latin typeface="Aptos"/>
                <a:ea typeface="Aptos"/>
                <a:cs typeface="Aptos"/>
              </a:defRPr>
            </a:lvl9pPr>
          </a:lstStyle>
          <a:p xmlns:a="http://schemas.openxmlformats.org/drawingml/2006/main">
            <a:pPr>
              <a:defRPr sz="1125" b="1">
                <a:solidFill>
                  <a:srgbClr val="F04E5E"/>
                </a:solidFill>
                <a:latin typeface="Aptos"/>
                <a:ea typeface="Aptos"/>
                <a:cs typeface="Aptos"/>
              </a:defRPr>
            </a:pPr>
            <a:r>
              <a:rPr sz="1125" b="1">
                <a:solidFill>
                  <a:srgbClr val="F04E5E"/>
                </a:solidFill>
                <a:latin typeface="Aptos"/>
                <a:ea typeface="Aptos"/>
                <a:cs typeface="Aptos"/>
              </a:rPr>
              <a:t>COOLDOWN</a:t>
            </a:r>
          </a:p>
        </p:txBody>
      </p:sp>
      <p:sp>
        <p:nvSpPr>
          <p:cNvPr id="21" name="">
            <a:extLst xmlns:a="http://schemas.openxmlformats.org/drawingml/2006/main">
              <a:ext uri="{FF2B5EF4-FFF2-40B4-BE49-F238E27FC236}">
                <a16:creationId xmlns:a16="http://schemas.microsoft.com/office/drawing/2014/main" id="{311B0A49-F506-4A26-86CF-F5CAAC144AF6}"/>
              </a:ext>
            </a:extLst>
          </p:cNvPr>
          <p:cNvSpPr>
            <a:spLocks xmlns:a="http://schemas.openxmlformats.org/drawingml/2006/main" noGrp="1"/>
          </p:cNvSpPr>
          <p:nvPr/>
        </p:nvSpPr>
        <p:spPr>
          <a:xfrm xmlns:a="http://schemas.openxmlformats.org/drawingml/2006/main">
            <a:off x="9582150" y="2619375"/>
            <a:ext cx="323850" cy="28575"/>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327A35D-F4F1-4298-93A6-9DCFE08C6946}"/>
              </a:ext>
            </a:extLst>
          </p:cNvPr>
          <p:cNvSpPr>
            <a:spLocks xmlns:a="http://schemas.openxmlformats.org/drawingml/2006/main" noGrp="1"/>
          </p:cNvSpPr>
          <p:nvPr/>
        </p:nvSpPr>
        <p:spPr>
          <a:xfrm xmlns:a="http://schemas.openxmlformats.org/drawingml/2006/main">
            <a:off x="9906000" y="2333625"/>
            <a:ext cx="1524000" cy="590550"/>
          </a:xfrm>
          <a:prstGeom xmlns:a="http://schemas.openxmlformats.org/drawingml/2006/main" prst="roundRect">
            <a:avLst>
              <a:gd name="adj" fmla="val 19355"/>
            </a:avLst>
          </a:prstGeom>
          <a:solidFill xmlns:a="http://schemas.openxmlformats.org/drawingml/2006/main">
            <a:srgbClr val="16243A"/>
          </a:solidFill>
          <a:ln xmlns:a="http://schemas.openxmlformats.org/drawingml/2006/main" w="14288">
            <a:solidFill>
              <a:srgbClr val="7E8AA0"/>
            </a:solidFill>
            <a:prstDash val="solid"/>
          </a:ln>
        </p:spPr>
      </p:sp>
      <p:sp>
        <p:nvSpPr>
          <p:cNvPr id="23" name="">
            <a:extLst xmlns:a="http://schemas.openxmlformats.org/drawingml/2006/main">
              <a:ext uri="{FF2B5EF4-FFF2-40B4-BE49-F238E27FC236}">
                <a16:creationId xmlns:a16="http://schemas.microsoft.com/office/drawing/2014/main" id="{8477A7CF-0B1F-45B5-BF8E-B48DAE4128FC}"/>
              </a:ext>
            </a:extLst>
          </p:cNvPr>
          <p:cNvSpPr>
            <a:spLocks xmlns:a="http://schemas.openxmlformats.org/drawingml/2006/main" noGrp="1"/>
          </p:cNvSpPr>
          <p:nvPr/>
        </p:nvSpPr>
        <p:spPr>
          <a:xfrm xmlns:a="http://schemas.openxmlformats.org/drawingml/2006/main">
            <a:off x="10020300" y="2524125"/>
            <a:ext cx="129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defRPr sz="1125" b="1">
                <a:solidFill>
                  <a:srgbClr val="7E8AA0"/>
                </a:solidFill>
                <a:latin typeface="Aptos"/>
                <a:ea typeface="Aptos"/>
                <a:cs typeface="Aptos"/>
              </a:defRPr>
            </a:defPPr>
            <a:lvl1pPr>
              <a:defRPr sz="1125" b="1">
                <a:solidFill>
                  <a:srgbClr val="7E8AA0"/>
                </a:solidFill>
                <a:latin typeface="Aptos"/>
                <a:ea typeface="Aptos"/>
                <a:cs typeface="Aptos"/>
              </a:defRPr>
            </a:lvl1pPr>
            <a:lvl2pPr>
              <a:defRPr sz="1125" b="1">
                <a:solidFill>
                  <a:srgbClr val="7E8AA0"/>
                </a:solidFill>
                <a:latin typeface="Aptos"/>
                <a:ea typeface="Aptos"/>
                <a:cs typeface="Aptos"/>
              </a:defRPr>
            </a:lvl2pPr>
            <a:lvl3pPr>
              <a:defRPr sz="1125" b="1">
                <a:solidFill>
                  <a:srgbClr val="7E8AA0"/>
                </a:solidFill>
                <a:latin typeface="Aptos"/>
                <a:ea typeface="Aptos"/>
                <a:cs typeface="Aptos"/>
              </a:defRPr>
            </a:lvl3pPr>
            <a:lvl4pPr>
              <a:defRPr sz="1125" b="1">
                <a:solidFill>
                  <a:srgbClr val="7E8AA0"/>
                </a:solidFill>
                <a:latin typeface="Aptos"/>
                <a:ea typeface="Aptos"/>
                <a:cs typeface="Aptos"/>
              </a:defRPr>
            </a:lvl4pPr>
            <a:lvl5pPr>
              <a:defRPr sz="1125" b="1">
                <a:solidFill>
                  <a:srgbClr val="7E8AA0"/>
                </a:solidFill>
                <a:latin typeface="Aptos"/>
                <a:ea typeface="Aptos"/>
                <a:cs typeface="Aptos"/>
              </a:defRPr>
            </a:lvl5pPr>
            <a:lvl6pPr>
              <a:defRPr sz="1125" b="1">
                <a:solidFill>
                  <a:srgbClr val="7E8AA0"/>
                </a:solidFill>
                <a:latin typeface="Aptos"/>
                <a:ea typeface="Aptos"/>
                <a:cs typeface="Aptos"/>
              </a:defRPr>
            </a:lvl6pPr>
            <a:lvl7pPr>
              <a:defRPr sz="1125" b="1">
                <a:solidFill>
                  <a:srgbClr val="7E8AA0"/>
                </a:solidFill>
                <a:latin typeface="Aptos"/>
                <a:ea typeface="Aptos"/>
                <a:cs typeface="Aptos"/>
              </a:defRPr>
            </a:lvl7pPr>
            <a:lvl8pPr>
              <a:defRPr sz="1125" b="1">
                <a:solidFill>
                  <a:srgbClr val="7E8AA0"/>
                </a:solidFill>
                <a:latin typeface="Aptos"/>
                <a:ea typeface="Aptos"/>
                <a:cs typeface="Aptos"/>
              </a:defRPr>
            </a:lvl8pPr>
            <a:lvl9pPr>
              <a:defRPr sz="1125" b="1">
                <a:solidFill>
                  <a:srgbClr val="7E8AA0"/>
                </a:solidFill>
                <a:latin typeface="Aptos"/>
                <a:ea typeface="Aptos"/>
                <a:cs typeface="Aptos"/>
              </a:defRPr>
            </a:lvl9pPr>
          </a:lstStyle>
          <a:p xmlns:a="http://schemas.openxmlformats.org/drawingml/2006/main">
            <a:pPr>
              <a:defRPr sz="1125" b="1">
                <a:solidFill>
                  <a:srgbClr val="7E8AA0"/>
                </a:solidFill>
                <a:latin typeface="Aptos"/>
                <a:ea typeface="Aptos"/>
                <a:cs typeface="Aptos"/>
              </a:defRPr>
            </a:pPr>
            <a:r>
              <a:rPr sz="1125" b="1">
                <a:solidFill>
                  <a:srgbClr val="7E8AA0"/>
                </a:solidFill>
                <a:latin typeface="Aptos"/>
                <a:ea typeface="Aptos"/>
                <a:cs typeface="Aptos"/>
              </a:rPr>
              <a:t>DISABLED</a:t>
            </a:r>
          </a:p>
        </p:txBody>
      </p:sp>
      <p:sp>
        <p:nvSpPr>
          <p:cNvPr id="24" name="">
            <a:extLst xmlns:a="http://schemas.openxmlformats.org/drawingml/2006/main">
              <a:ext uri="{FF2B5EF4-FFF2-40B4-BE49-F238E27FC236}">
                <a16:creationId xmlns:a16="http://schemas.microsoft.com/office/drawing/2014/main" id="{A62E4558-F1C2-48A4-9B50-46801C233DB5}"/>
              </a:ext>
            </a:extLst>
          </p:cNvPr>
          <p:cNvSpPr>
            <a:spLocks xmlns:a="http://schemas.openxmlformats.org/drawingml/2006/main" noGrp="1"/>
          </p:cNvSpPr>
          <p:nvPr/>
        </p:nvSpPr>
        <p:spPr>
          <a:xfrm xmlns:a="http://schemas.openxmlformats.org/drawingml/2006/main">
            <a:off x="609600" y="347662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defPPr>
              <a:defRPr sz="2025" b="1">
                <a:solidFill>
                  <a:srgbClr val="F5F7FB"/>
                </a:solidFill>
                <a:latin typeface="Aptos"/>
                <a:ea typeface="Aptos"/>
                <a:cs typeface="Aptos"/>
              </a:defRPr>
            </a:defPPr>
            <a:lvl1pPr>
              <a:defRPr sz="2025" b="1">
                <a:solidFill>
                  <a:srgbClr val="F5F7FB"/>
                </a:solidFill>
                <a:latin typeface="Aptos"/>
                <a:ea typeface="Aptos"/>
                <a:cs typeface="Aptos"/>
              </a:defRPr>
            </a:lvl1pPr>
            <a:lvl2pPr>
              <a:defRPr sz="2025" b="1">
                <a:solidFill>
                  <a:srgbClr val="F5F7FB"/>
                </a:solidFill>
                <a:latin typeface="Aptos"/>
                <a:ea typeface="Aptos"/>
                <a:cs typeface="Aptos"/>
              </a:defRPr>
            </a:lvl2pPr>
            <a:lvl3pPr>
              <a:defRPr sz="2025" b="1">
                <a:solidFill>
                  <a:srgbClr val="F5F7FB"/>
                </a:solidFill>
                <a:latin typeface="Aptos"/>
                <a:ea typeface="Aptos"/>
                <a:cs typeface="Aptos"/>
              </a:defRPr>
            </a:lvl3pPr>
            <a:lvl4pPr>
              <a:defRPr sz="2025" b="1">
                <a:solidFill>
                  <a:srgbClr val="F5F7FB"/>
                </a:solidFill>
                <a:latin typeface="Aptos"/>
                <a:ea typeface="Aptos"/>
                <a:cs typeface="Aptos"/>
              </a:defRPr>
            </a:lvl4pPr>
            <a:lvl5pPr>
              <a:defRPr sz="2025" b="1">
                <a:solidFill>
                  <a:srgbClr val="F5F7FB"/>
                </a:solidFill>
                <a:latin typeface="Aptos"/>
                <a:ea typeface="Aptos"/>
                <a:cs typeface="Aptos"/>
              </a:defRPr>
            </a:lvl5pPr>
            <a:lvl6pPr>
              <a:defRPr sz="2025" b="1">
                <a:solidFill>
                  <a:srgbClr val="F5F7FB"/>
                </a:solidFill>
                <a:latin typeface="Aptos"/>
                <a:ea typeface="Aptos"/>
                <a:cs typeface="Aptos"/>
              </a:defRPr>
            </a:lvl6pPr>
            <a:lvl7pPr>
              <a:defRPr sz="2025" b="1">
                <a:solidFill>
                  <a:srgbClr val="F5F7FB"/>
                </a:solidFill>
                <a:latin typeface="Aptos"/>
                <a:ea typeface="Aptos"/>
                <a:cs typeface="Aptos"/>
              </a:defRPr>
            </a:lvl7pPr>
            <a:lvl8pPr>
              <a:defRPr sz="2025" b="1">
                <a:solidFill>
                  <a:srgbClr val="F5F7FB"/>
                </a:solidFill>
                <a:latin typeface="Aptos"/>
                <a:ea typeface="Aptos"/>
                <a:cs typeface="Aptos"/>
              </a:defRPr>
            </a:lvl8pPr>
            <a:lvl9pPr>
              <a:defRPr sz="2025" b="1">
                <a:solidFill>
                  <a:srgbClr val="F5F7FB"/>
                </a:solidFill>
                <a:latin typeface="Aptos"/>
                <a:ea typeface="Aptos"/>
                <a:cs typeface="Aptos"/>
              </a:defRPr>
            </a:lvl9pPr>
          </a:lstStyle>
          <a:p xmlns:a="http://schemas.openxmlformats.org/drawingml/2006/main">
            <a:pPr>
              <a:defRPr sz="2025" b="1">
                <a:solidFill>
                  <a:srgbClr val="F5F7FB"/>
                </a:solidFill>
                <a:latin typeface="Aptos"/>
                <a:ea typeface="Aptos"/>
                <a:cs typeface="Aptos"/>
              </a:defRPr>
            </a:pPr>
            <a:r>
              <a:rPr sz="2025" b="1">
                <a:solidFill>
                  <a:srgbClr val="F5F7FB"/>
                </a:solidFill>
                <a:latin typeface="Aptos"/>
                <a:ea typeface="Aptos"/>
                <a:cs typeface="Aptos"/>
              </a:rPr>
              <a:t>Roles describe each enemy’s current job</a:t>
            </a:r>
          </a:p>
        </p:txBody>
      </p:sp>
      <p:sp>
        <p:nvSpPr>
          <p:cNvPr id="25" name="">
            <a:extLst xmlns:a="http://schemas.openxmlformats.org/drawingml/2006/main">
              <a:ext uri="{FF2B5EF4-FFF2-40B4-BE49-F238E27FC236}">
                <a16:creationId xmlns:a16="http://schemas.microsoft.com/office/drawing/2014/main" id="{D35253F9-429D-4D76-B536-BA5D194A21B4}"/>
              </a:ext>
            </a:extLst>
          </p:cNvPr>
          <p:cNvSpPr>
            <a:spLocks xmlns:a="http://schemas.openxmlformats.org/drawingml/2006/main" noGrp="1"/>
          </p:cNvSpPr>
          <p:nvPr/>
        </p:nvSpPr>
        <p:spPr>
          <a:xfrm xmlns:a="http://schemas.openxmlformats.org/drawingml/2006/main">
            <a:off x="762000" y="4143375"/>
            <a:ext cx="3143250"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F04E5E"/>
            </a:solidFill>
            <a:prstDash val="solid"/>
          </a:ln>
        </p:spPr>
      </p:sp>
      <p:sp>
        <p:nvSpPr>
          <p:cNvPr id="26" name="">
            <a:extLst xmlns:a="http://schemas.openxmlformats.org/drawingml/2006/main">
              <a:ext uri="{FF2B5EF4-FFF2-40B4-BE49-F238E27FC236}">
                <a16:creationId xmlns:a16="http://schemas.microsoft.com/office/drawing/2014/main" id="{8E437C36-6502-445F-B58F-7B570A4D862B}"/>
              </a:ext>
            </a:extLst>
          </p:cNvPr>
          <p:cNvSpPr>
            <a:spLocks xmlns:a="http://schemas.openxmlformats.org/drawingml/2006/main" noGrp="1"/>
          </p:cNvSpPr>
          <p:nvPr/>
        </p:nvSpPr>
        <p:spPr>
          <a:xfrm xmlns:a="http://schemas.openxmlformats.org/drawingml/2006/main">
            <a:off x="762000" y="4143375"/>
            <a:ext cx="76200" cy="1000125"/>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C6261B4-BD65-4A6A-AB82-C232BCCF23AC}"/>
              </a:ext>
            </a:extLst>
          </p:cNvPr>
          <p:cNvSpPr>
            <a:spLocks xmlns:a="http://schemas.openxmlformats.org/drawingml/2006/main" noGrp="1"/>
          </p:cNvSpPr>
          <p:nvPr/>
        </p:nvSpPr>
        <p:spPr>
          <a:xfrm xmlns:a="http://schemas.openxmlformats.org/drawingml/2006/main">
            <a:off x="990600" y="4314825"/>
            <a:ext cx="274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ATTACKER</a:t>
            </a:r>
          </a:p>
        </p:txBody>
      </p:sp>
      <p:sp>
        <p:nvSpPr>
          <p:cNvPr id="28" name="">
            <a:extLst xmlns:a="http://schemas.openxmlformats.org/drawingml/2006/main">
              <a:ext uri="{FF2B5EF4-FFF2-40B4-BE49-F238E27FC236}">
                <a16:creationId xmlns:a16="http://schemas.microsoft.com/office/drawing/2014/main" id="{3DB07BAC-0E6B-44E5-8CA8-35311B130532}"/>
              </a:ext>
            </a:extLst>
          </p:cNvPr>
          <p:cNvSpPr>
            <a:spLocks xmlns:a="http://schemas.openxmlformats.org/drawingml/2006/main" noGrp="1"/>
          </p:cNvSpPr>
          <p:nvPr/>
        </p:nvSpPr>
        <p:spPr>
          <a:xfrm xmlns:a="http://schemas.openxmlformats.org/drawingml/2006/main">
            <a:off x="990600" y="4638675"/>
            <a:ext cx="2743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May request attack permission</a:t>
            </a:r>
          </a:p>
        </p:txBody>
      </p:sp>
      <p:sp>
        <p:nvSpPr>
          <p:cNvPr id="29" name="">
            <a:extLst xmlns:a="http://schemas.openxmlformats.org/drawingml/2006/main">
              <a:ext uri="{FF2B5EF4-FFF2-40B4-BE49-F238E27FC236}">
                <a16:creationId xmlns:a16="http://schemas.microsoft.com/office/drawing/2014/main" id="{C48A174E-AFE9-4DAE-B57D-6D3FB056BDD1}"/>
              </a:ext>
            </a:extLst>
          </p:cNvPr>
          <p:cNvSpPr>
            <a:spLocks xmlns:a="http://schemas.openxmlformats.org/drawingml/2006/main" noGrp="1"/>
          </p:cNvSpPr>
          <p:nvPr/>
        </p:nvSpPr>
        <p:spPr>
          <a:xfrm xmlns:a="http://schemas.openxmlformats.org/drawingml/2006/main">
            <a:off x="4524375" y="4143375"/>
            <a:ext cx="3143250"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45D483"/>
            </a:solidFill>
            <a:prstDash val="solid"/>
          </a:ln>
        </p:spPr>
      </p:sp>
      <p:sp>
        <p:nvSpPr>
          <p:cNvPr id="30" name="">
            <a:extLst xmlns:a="http://schemas.openxmlformats.org/drawingml/2006/main">
              <a:ext uri="{FF2B5EF4-FFF2-40B4-BE49-F238E27FC236}">
                <a16:creationId xmlns:a16="http://schemas.microsoft.com/office/drawing/2014/main" id="{41E9D1DE-9B85-4B85-9FB4-D2691F946D9F}"/>
              </a:ext>
            </a:extLst>
          </p:cNvPr>
          <p:cNvSpPr>
            <a:spLocks xmlns:a="http://schemas.openxmlformats.org/drawingml/2006/main" noGrp="1"/>
          </p:cNvSpPr>
          <p:nvPr/>
        </p:nvSpPr>
        <p:spPr>
          <a:xfrm xmlns:a="http://schemas.openxmlformats.org/drawingml/2006/main">
            <a:off x="4524375" y="4143375"/>
            <a:ext cx="76200" cy="1000125"/>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2078795-4177-437D-A8F0-820C0C7A17B1}"/>
              </a:ext>
            </a:extLst>
          </p:cNvPr>
          <p:cNvSpPr>
            <a:spLocks xmlns:a="http://schemas.openxmlformats.org/drawingml/2006/main" noGrp="1"/>
          </p:cNvSpPr>
          <p:nvPr/>
        </p:nvSpPr>
        <p:spPr>
          <a:xfrm xmlns:a="http://schemas.openxmlformats.org/drawingml/2006/main">
            <a:off x="4752975" y="4314825"/>
            <a:ext cx="274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MELEE PRESSURE</a:t>
            </a:r>
          </a:p>
        </p:txBody>
      </p:sp>
      <p:sp>
        <p:nvSpPr>
          <p:cNvPr id="32" name="">
            <a:extLst xmlns:a="http://schemas.openxmlformats.org/drawingml/2006/main">
              <a:ext uri="{FF2B5EF4-FFF2-40B4-BE49-F238E27FC236}">
                <a16:creationId xmlns:a16="http://schemas.microsoft.com/office/drawing/2014/main" id="{1F89446B-DF61-4E1E-BC31-AFAC83F03596}"/>
              </a:ext>
            </a:extLst>
          </p:cNvPr>
          <p:cNvSpPr>
            <a:spLocks xmlns:a="http://schemas.openxmlformats.org/drawingml/2006/main" noGrp="1"/>
          </p:cNvSpPr>
          <p:nvPr/>
        </p:nvSpPr>
        <p:spPr>
          <a:xfrm xmlns:a="http://schemas.openxmlformats.org/drawingml/2006/main">
            <a:off x="4752975" y="4638675"/>
            <a:ext cx="2743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Occupies a side of the player</a:t>
            </a:r>
          </a:p>
        </p:txBody>
      </p:sp>
      <p:sp>
        <p:nvSpPr>
          <p:cNvPr id="33" name="">
            <a:extLst xmlns:a="http://schemas.openxmlformats.org/drawingml/2006/main">
              <a:ext uri="{FF2B5EF4-FFF2-40B4-BE49-F238E27FC236}">
                <a16:creationId xmlns:a16="http://schemas.microsoft.com/office/drawing/2014/main" id="{3031D451-8187-46DB-91FC-4152EF5C49DF}"/>
              </a:ext>
            </a:extLst>
          </p:cNvPr>
          <p:cNvSpPr>
            <a:spLocks xmlns:a="http://schemas.openxmlformats.org/drawingml/2006/main" noGrp="1"/>
          </p:cNvSpPr>
          <p:nvPr/>
        </p:nvSpPr>
        <p:spPr>
          <a:xfrm xmlns:a="http://schemas.openxmlformats.org/drawingml/2006/main">
            <a:off x="8286750" y="4143375"/>
            <a:ext cx="3143250"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4BA7FF"/>
            </a:solidFill>
            <a:prstDash val="solid"/>
          </a:ln>
        </p:spPr>
      </p:sp>
      <p:sp>
        <p:nvSpPr>
          <p:cNvPr id="34" name="">
            <a:extLst xmlns:a="http://schemas.openxmlformats.org/drawingml/2006/main">
              <a:ext uri="{FF2B5EF4-FFF2-40B4-BE49-F238E27FC236}">
                <a16:creationId xmlns:a16="http://schemas.microsoft.com/office/drawing/2014/main" id="{881CF2B5-EF41-4335-9CA5-F59FE8AE1072}"/>
              </a:ext>
            </a:extLst>
          </p:cNvPr>
          <p:cNvSpPr>
            <a:spLocks xmlns:a="http://schemas.openxmlformats.org/drawingml/2006/main" noGrp="1"/>
          </p:cNvSpPr>
          <p:nvPr/>
        </p:nvSpPr>
        <p:spPr>
          <a:xfrm xmlns:a="http://schemas.openxmlformats.org/drawingml/2006/main">
            <a:off x="8286750" y="4143375"/>
            <a:ext cx="76200" cy="1000125"/>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1BC3AA5-0D2E-4BC1-89DD-B6A75E763386}"/>
              </a:ext>
            </a:extLst>
          </p:cNvPr>
          <p:cNvSpPr>
            <a:spLocks xmlns:a="http://schemas.openxmlformats.org/drawingml/2006/main" noGrp="1"/>
          </p:cNvSpPr>
          <p:nvPr/>
        </p:nvSpPr>
        <p:spPr>
          <a:xfrm xmlns:a="http://schemas.openxmlformats.org/drawingml/2006/main">
            <a:off x="8515350" y="4314825"/>
            <a:ext cx="274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RANGED PRESSURE</a:t>
            </a:r>
          </a:p>
        </p:txBody>
      </p:sp>
      <p:sp>
        <p:nvSpPr>
          <p:cNvPr id="36" name="">
            <a:extLst xmlns:a="http://schemas.openxmlformats.org/drawingml/2006/main">
              <a:ext uri="{FF2B5EF4-FFF2-40B4-BE49-F238E27FC236}">
                <a16:creationId xmlns:a16="http://schemas.microsoft.com/office/drawing/2014/main" id="{6C58CEDC-103C-42BA-A62B-0CD195828AFE}"/>
              </a:ext>
            </a:extLst>
          </p:cNvPr>
          <p:cNvSpPr>
            <a:spLocks xmlns:a="http://schemas.openxmlformats.org/drawingml/2006/main" noGrp="1"/>
          </p:cNvSpPr>
          <p:nvPr/>
        </p:nvSpPr>
        <p:spPr>
          <a:xfrm xmlns:a="http://schemas.openxmlformats.org/drawingml/2006/main">
            <a:off x="8515350" y="4638675"/>
            <a:ext cx="2743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Maintains broader arena pressure</a:t>
            </a:r>
          </a:p>
        </p:txBody>
      </p:sp>
      <p:sp>
        <p:nvSpPr>
          <p:cNvPr id="37" name="">
            <a:extLst xmlns:a="http://schemas.openxmlformats.org/drawingml/2006/main">
              <a:ext uri="{FF2B5EF4-FFF2-40B4-BE49-F238E27FC236}">
                <a16:creationId xmlns:a16="http://schemas.microsoft.com/office/drawing/2014/main" id="{A533B14D-4418-4129-8747-F834CADB18AF}"/>
              </a:ext>
            </a:extLst>
          </p:cNvPr>
          <p:cNvSpPr>
            <a:spLocks xmlns:a="http://schemas.openxmlformats.org/drawingml/2006/main" noGrp="1"/>
          </p:cNvSpPr>
          <p:nvPr/>
        </p:nvSpPr>
        <p:spPr>
          <a:xfrm xmlns:a="http://schemas.openxmlformats.org/drawingml/2006/main">
            <a:off x="2190750" y="5619750"/>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00" b="0">
                <a:solidFill>
                  <a:srgbClr val="AAB7CA"/>
                </a:solidFill>
                <a:latin typeface="Aptos"/>
                <a:ea typeface="Aptos"/>
                <a:cs typeface="Aptos"/>
              </a:defRPr>
            </a:defPPr>
            <a:lvl1pPr>
              <a:defRPr sz="1500" b="0">
                <a:solidFill>
                  <a:srgbClr val="AAB7CA"/>
                </a:solidFill>
                <a:latin typeface="Aptos"/>
                <a:ea typeface="Aptos"/>
                <a:cs typeface="Aptos"/>
              </a:defRPr>
            </a:lvl1pPr>
            <a:lvl2pPr>
              <a:defRPr sz="1500" b="0">
                <a:solidFill>
                  <a:srgbClr val="AAB7CA"/>
                </a:solidFill>
                <a:latin typeface="Aptos"/>
                <a:ea typeface="Aptos"/>
                <a:cs typeface="Aptos"/>
              </a:defRPr>
            </a:lvl2pPr>
            <a:lvl3pPr>
              <a:defRPr sz="1500" b="0">
                <a:solidFill>
                  <a:srgbClr val="AAB7CA"/>
                </a:solidFill>
                <a:latin typeface="Aptos"/>
                <a:ea typeface="Aptos"/>
                <a:cs typeface="Aptos"/>
              </a:defRPr>
            </a:lvl3pPr>
            <a:lvl4pPr>
              <a:defRPr sz="1500" b="0">
                <a:solidFill>
                  <a:srgbClr val="AAB7CA"/>
                </a:solidFill>
                <a:latin typeface="Aptos"/>
                <a:ea typeface="Aptos"/>
                <a:cs typeface="Aptos"/>
              </a:defRPr>
            </a:lvl4pPr>
            <a:lvl5pPr>
              <a:defRPr sz="1500" b="0">
                <a:solidFill>
                  <a:srgbClr val="AAB7CA"/>
                </a:solidFill>
                <a:latin typeface="Aptos"/>
                <a:ea typeface="Aptos"/>
                <a:cs typeface="Aptos"/>
              </a:defRPr>
            </a:lvl5pPr>
            <a:lvl6pPr>
              <a:defRPr sz="1500" b="0">
                <a:solidFill>
                  <a:srgbClr val="AAB7CA"/>
                </a:solidFill>
                <a:latin typeface="Aptos"/>
                <a:ea typeface="Aptos"/>
                <a:cs typeface="Aptos"/>
              </a:defRPr>
            </a:lvl6pPr>
            <a:lvl7pPr>
              <a:defRPr sz="1500" b="0">
                <a:solidFill>
                  <a:srgbClr val="AAB7CA"/>
                </a:solidFill>
                <a:latin typeface="Aptos"/>
                <a:ea typeface="Aptos"/>
                <a:cs typeface="Aptos"/>
              </a:defRPr>
            </a:lvl7pPr>
            <a:lvl8pPr>
              <a:defRPr sz="1500" b="0">
                <a:solidFill>
                  <a:srgbClr val="AAB7CA"/>
                </a:solidFill>
                <a:latin typeface="Aptos"/>
                <a:ea typeface="Aptos"/>
                <a:cs typeface="Aptos"/>
              </a:defRPr>
            </a:lvl8pPr>
            <a:lvl9pPr>
              <a:defRPr sz="1500" b="0">
                <a:solidFill>
                  <a:srgbClr val="AAB7CA"/>
                </a:solidFill>
                <a:latin typeface="Aptos"/>
                <a:ea typeface="Aptos"/>
                <a:cs typeface="Aptos"/>
              </a:defRPr>
            </a:lvl9pPr>
          </a:lstStyle>
          <a:p xmlns:a="http://schemas.openxmlformats.org/drawingml/2006/main">
            <a:pPr>
              <a:defRPr sz="1500" b="0">
                <a:solidFill>
                  <a:srgbClr val="AAB7CA"/>
                </a:solidFill>
                <a:latin typeface="Aptos"/>
                <a:ea typeface="Aptos"/>
                <a:cs typeface="Aptos"/>
              </a:defRPr>
            </a:pPr>
            <a:r>
              <a:rPr sz="1500" b="0">
                <a:solidFill>
                  <a:srgbClr val="AAB7CA"/>
                </a:solidFill>
                <a:latin typeface="Aptos"/>
                <a:ea typeface="Aptos"/>
                <a:cs typeface="Aptos"/>
              </a:rPr>
              <a:t>Leases expire, and commitment time reduces rapid role swapping</a:t>
            </a:r>
          </a:p>
        </p:txBody>
      </p:sp>
    </p:spTree>
    <p:extLst>
      <p:ext uri="{BB962C8B-B14F-4D97-AF65-F5344CB8AC3E}">
        <p14:creationId xmlns:p14="http://schemas.microsoft.com/office/powerpoint/2010/main" val="950181569"/>
      </p:ext>
    </p:extLst>
  </p:cSld>
</p:sld>
</file>

<file path=ppt/slides/slide5.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2AD614B-FDC3-44F2-B561-7095258D0E5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E52BBF-CCA7-4426-81B4-C1AA2A3D23B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MULTI-AGENT COORDINATION</a:t>
            </a:r>
          </a:p>
        </p:txBody>
      </p:sp>
      <p:sp>
        <p:nvSpPr>
          <p:cNvPr id="3" name="">
            <a:extLst xmlns:a="http://schemas.openxmlformats.org/drawingml/2006/main">
              <a:ext uri="{FF2B5EF4-FFF2-40B4-BE49-F238E27FC236}">
                <a16:creationId xmlns:a16="http://schemas.microsoft.com/office/drawing/2014/main" id="{D5A68BC2-92B0-433A-98AB-D3308AA1D899}"/>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Attack selection and shared resources</a:t>
            </a:r>
          </a:p>
        </p:txBody>
      </p:sp>
      <p:sp>
        <p:nvSpPr>
          <p:cNvPr id="4" name="">
            <a:extLst xmlns:a="http://schemas.openxmlformats.org/drawingml/2006/main">
              <a:ext uri="{FF2B5EF4-FFF2-40B4-BE49-F238E27FC236}">
                <a16:creationId xmlns:a16="http://schemas.microsoft.com/office/drawing/2014/main" id="{86FB4E0D-E55D-4A99-A28D-71CB58A1BCF9}"/>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922ABA-D865-4C04-8073-144E971573E0}"/>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7663A5A6-6659-4DB3-8368-4DE69023A390}"/>
              </a:ext>
            </a:extLst>
          </p:cNvPr>
          <p:cNvSpPr>
            <a:spLocks xmlns:a="http://schemas.openxmlformats.org/drawingml/2006/main" noGrp="1"/>
          </p:cNvSpPr>
          <p:nvPr/>
        </p:nvSpPr>
        <p:spPr>
          <a:xfrm xmlns:a="http://schemas.openxmlformats.org/drawingml/2006/main">
            <a:off x="723900" y="1676400"/>
            <a:ext cx="514350" cy="51435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3CFE166-A34C-4E59-94BF-D509DDE38C49}"/>
              </a:ext>
            </a:extLst>
          </p:cNvPr>
          <p:cNvSpPr>
            <a:spLocks xmlns:a="http://schemas.openxmlformats.org/drawingml/2006/main" noGrp="1"/>
          </p:cNvSpPr>
          <p:nvPr/>
        </p:nvSpPr>
        <p:spPr>
          <a:xfrm xmlns:a="http://schemas.openxmlformats.org/drawingml/2006/main">
            <a:off x="723900" y="17907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defRPr sz="1500" b="1">
                <a:solidFill>
                  <a:srgbClr val="09111F"/>
                </a:solidFill>
                <a:latin typeface="Aptos"/>
                <a:ea typeface="Aptos"/>
                <a:cs typeface="Aptos"/>
              </a:defRPr>
            </a:defPPr>
            <a:lvl1pPr>
              <a:defRPr sz="1500" b="1">
                <a:solidFill>
                  <a:srgbClr val="09111F"/>
                </a:solidFill>
                <a:latin typeface="Aptos"/>
                <a:ea typeface="Aptos"/>
                <a:cs typeface="Aptos"/>
              </a:defRPr>
            </a:lvl1pPr>
            <a:lvl2pPr>
              <a:defRPr sz="1500" b="1">
                <a:solidFill>
                  <a:srgbClr val="09111F"/>
                </a:solidFill>
                <a:latin typeface="Aptos"/>
                <a:ea typeface="Aptos"/>
                <a:cs typeface="Aptos"/>
              </a:defRPr>
            </a:lvl2pPr>
            <a:lvl3pPr>
              <a:defRPr sz="1500" b="1">
                <a:solidFill>
                  <a:srgbClr val="09111F"/>
                </a:solidFill>
                <a:latin typeface="Aptos"/>
                <a:ea typeface="Aptos"/>
                <a:cs typeface="Aptos"/>
              </a:defRPr>
            </a:lvl3pPr>
            <a:lvl4pPr>
              <a:defRPr sz="1500" b="1">
                <a:solidFill>
                  <a:srgbClr val="09111F"/>
                </a:solidFill>
                <a:latin typeface="Aptos"/>
                <a:ea typeface="Aptos"/>
                <a:cs typeface="Aptos"/>
              </a:defRPr>
            </a:lvl4pPr>
            <a:lvl5pPr>
              <a:defRPr sz="1500" b="1">
                <a:solidFill>
                  <a:srgbClr val="09111F"/>
                </a:solidFill>
                <a:latin typeface="Aptos"/>
                <a:ea typeface="Aptos"/>
                <a:cs typeface="Aptos"/>
              </a:defRPr>
            </a:lvl5pPr>
            <a:lvl6pPr>
              <a:defRPr sz="1500" b="1">
                <a:solidFill>
                  <a:srgbClr val="09111F"/>
                </a:solidFill>
                <a:latin typeface="Aptos"/>
                <a:ea typeface="Aptos"/>
                <a:cs typeface="Aptos"/>
              </a:defRPr>
            </a:lvl6pPr>
            <a:lvl7pPr>
              <a:defRPr sz="1500" b="1">
                <a:solidFill>
                  <a:srgbClr val="09111F"/>
                </a:solidFill>
                <a:latin typeface="Aptos"/>
                <a:ea typeface="Aptos"/>
                <a:cs typeface="Aptos"/>
              </a:defRPr>
            </a:lvl7pPr>
            <a:lvl8pPr>
              <a:defRPr sz="1500" b="1">
                <a:solidFill>
                  <a:srgbClr val="09111F"/>
                </a:solidFill>
                <a:latin typeface="Aptos"/>
                <a:ea typeface="Aptos"/>
                <a:cs typeface="Aptos"/>
              </a:defRPr>
            </a:lvl8pPr>
            <a:lvl9pPr>
              <a:defRPr sz="1500" b="1">
                <a:solidFill>
                  <a:srgbClr val="09111F"/>
                </a:solidFill>
                <a:latin typeface="Aptos"/>
                <a:ea typeface="Aptos"/>
                <a:cs typeface="Aptos"/>
              </a:defRPr>
            </a:lvl9pPr>
          </a:lstStyle>
          <a:p xmlns:a="http://schemas.openxmlformats.org/drawingml/2006/main">
            <a:pPr>
              <a:defRPr sz="1500" b="1">
                <a:solidFill>
                  <a:srgbClr val="09111F"/>
                </a:solidFill>
                <a:latin typeface="Aptos"/>
                <a:ea typeface="Aptos"/>
                <a:cs typeface="Aptos"/>
              </a:defRPr>
            </a:pPr>
            <a:r>
              <a:rPr sz="1500" b="1">
                <a:solidFill>
                  <a:srgbClr val="09111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E9D5F11-E40B-4EE9-906E-47FD0D24AA5E}"/>
              </a:ext>
            </a:extLst>
          </p:cNvPr>
          <p:cNvSpPr>
            <a:spLocks xmlns:a="http://schemas.openxmlformats.org/drawingml/2006/main" noGrp="1"/>
          </p:cNvSpPr>
          <p:nvPr/>
        </p:nvSpPr>
        <p:spPr>
          <a:xfrm xmlns:a="http://schemas.openxmlformats.org/drawingml/2006/main">
            <a:off x="1504950" y="17526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800" b="1">
                <a:solidFill>
                  <a:srgbClr val="F5F7FB"/>
                </a:solidFill>
                <a:latin typeface="Aptos"/>
                <a:ea typeface="Aptos"/>
                <a:cs typeface="Aptos"/>
              </a:defRPr>
            </a:defPPr>
            <a:lvl1pPr>
              <a:defRPr sz="1800" b="1">
                <a:solidFill>
                  <a:srgbClr val="F5F7FB"/>
                </a:solidFill>
                <a:latin typeface="Aptos"/>
                <a:ea typeface="Aptos"/>
                <a:cs typeface="Aptos"/>
              </a:defRPr>
            </a:lvl1pPr>
            <a:lvl2pPr>
              <a:defRPr sz="1800" b="1">
                <a:solidFill>
                  <a:srgbClr val="F5F7FB"/>
                </a:solidFill>
                <a:latin typeface="Aptos"/>
                <a:ea typeface="Aptos"/>
                <a:cs typeface="Aptos"/>
              </a:defRPr>
            </a:lvl2pPr>
            <a:lvl3pPr>
              <a:defRPr sz="1800" b="1">
                <a:solidFill>
                  <a:srgbClr val="F5F7FB"/>
                </a:solidFill>
                <a:latin typeface="Aptos"/>
                <a:ea typeface="Aptos"/>
                <a:cs typeface="Aptos"/>
              </a:defRPr>
            </a:lvl3pPr>
            <a:lvl4pPr>
              <a:defRPr sz="1800" b="1">
                <a:solidFill>
                  <a:srgbClr val="F5F7FB"/>
                </a:solidFill>
                <a:latin typeface="Aptos"/>
                <a:ea typeface="Aptos"/>
                <a:cs typeface="Aptos"/>
              </a:defRPr>
            </a:lvl4pPr>
            <a:lvl5pPr>
              <a:defRPr sz="1800" b="1">
                <a:solidFill>
                  <a:srgbClr val="F5F7FB"/>
                </a:solidFill>
                <a:latin typeface="Aptos"/>
                <a:ea typeface="Aptos"/>
                <a:cs typeface="Aptos"/>
              </a:defRPr>
            </a:lvl5pPr>
            <a:lvl6pPr>
              <a:defRPr sz="1800" b="1">
                <a:solidFill>
                  <a:srgbClr val="F5F7FB"/>
                </a:solidFill>
                <a:latin typeface="Aptos"/>
                <a:ea typeface="Aptos"/>
                <a:cs typeface="Aptos"/>
              </a:defRPr>
            </a:lvl6pPr>
            <a:lvl7pPr>
              <a:defRPr sz="1800" b="1">
                <a:solidFill>
                  <a:srgbClr val="F5F7FB"/>
                </a:solidFill>
                <a:latin typeface="Aptos"/>
                <a:ea typeface="Aptos"/>
                <a:cs typeface="Aptos"/>
              </a:defRPr>
            </a:lvl7pPr>
            <a:lvl8pPr>
              <a:defRPr sz="1800" b="1">
                <a:solidFill>
                  <a:srgbClr val="F5F7FB"/>
                </a:solidFill>
                <a:latin typeface="Aptos"/>
                <a:ea typeface="Aptos"/>
                <a:cs typeface="Aptos"/>
              </a:defRPr>
            </a:lvl8pPr>
            <a:lvl9pPr>
              <a:defRPr sz="1800" b="1">
                <a:solidFill>
                  <a:srgbClr val="F5F7FB"/>
                </a:solidFill>
                <a:latin typeface="Aptos"/>
                <a:ea typeface="Aptos"/>
                <a:cs typeface="Aptos"/>
              </a:defRPr>
            </a:lvl9pPr>
          </a:lstStyle>
          <a:p xmlns:a="http://schemas.openxmlformats.org/drawingml/2006/main">
            <a:pPr>
              <a:defRPr sz="1800" b="1">
                <a:solidFill>
                  <a:srgbClr val="F5F7FB"/>
                </a:solidFill>
                <a:latin typeface="Aptos"/>
                <a:ea typeface="Aptos"/>
                <a:cs typeface="Aptos"/>
              </a:defRPr>
            </a:pPr>
            <a:r>
              <a:rPr sz="1800" b="1">
                <a:solidFill>
                  <a:srgbClr val="F5F7FB"/>
                </a:solidFill>
                <a:latin typeface="Aptos"/>
                <a:ea typeface="Aptos"/>
                <a:cs typeface="Aptos"/>
              </a:rPr>
              <a:t>Collect eligible enemies</a:t>
            </a:r>
          </a:p>
        </p:txBody>
      </p:sp>
      <p:sp>
        <p:nvSpPr>
          <p:cNvPr id="9" name="">
            <a:extLst xmlns:a="http://schemas.openxmlformats.org/drawingml/2006/main">
              <a:ext uri="{FF2B5EF4-FFF2-40B4-BE49-F238E27FC236}">
                <a16:creationId xmlns:a16="http://schemas.microsoft.com/office/drawing/2014/main" id="{21E49058-BBA3-45A7-AA55-40DB5347CEF1}"/>
              </a:ext>
            </a:extLst>
          </p:cNvPr>
          <p:cNvSpPr>
            <a:spLocks xmlns:a="http://schemas.openxmlformats.org/drawingml/2006/main" noGrp="1"/>
          </p:cNvSpPr>
          <p:nvPr/>
        </p:nvSpPr>
        <p:spPr>
          <a:xfrm xmlns:a="http://schemas.openxmlformats.org/drawingml/2006/main">
            <a:off x="971550" y="2190750"/>
            <a:ext cx="28575" cy="4762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B8B55D-A3AF-4E8E-9472-EC6044CF73C0}"/>
              </a:ext>
            </a:extLst>
          </p:cNvPr>
          <p:cNvSpPr>
            <a:spLocks xmlns:a="http://schemas.openxmlformats.org/drawingml/2006/main" noGrp="1"/>
          </p:cNvSpPr>
          <p:nvPr/>
        </p:nvSpPr>
        <p:spPr>
          <a:xfrm xmlns:a="http://schemas.openxmlformats.org/drawingml/2006/main">
            <a:off x="723900" y="2667000"/>
            <a:ext cx="514350" cy="514350"/>
          </a:xfrm>
          <a:prstGeom xmlns:a="http://schemas.openxmlformats.org/drawingml/2006/main" prst="ellipse">
            <a:avLst/>
          </a:prstGeom>
          <a:solidFill xmlns:a="http://schemas.openxmlformats.org/drawingml/2006/main">
            <a:srgbClr val="45D48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DD5F7A-C231-4D7F-8260-CF18EAF3FDBD}"/>
              </a:ext>
            </a:extLst>
          </p:cNvPr>
          <p:cNvSpPr>
            <a:spLocks xmlns:a="http://schemas.openxmlformats.org/drawingml/2006/main" noGrp="1"/>
          </p:cNvSpPr>
          <p:nvPr/>
        </p:nvSpPr>
        <p:spPr>
          <a:xfrm xmlns:a="http://schemas.openxmlformats.org/drawingml/2006/main">
            <a:off x="723900" y="27813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defRPr sz="1500" b="1">
                <a:solidFill>
                  <a:srgbClr val="09111F"/>
                </a:solidFill>
                <a:latin typeface="Aptos"/>
                <a:ea typeface="Aptos"/>
                <a:cs typeface="Aptos"/>
              </a:defRPr>
            </a:defPPr>
            <a:lvl1pPr>
              <a:defRPr sz="1500" b="1">
                <a:solidFill>
                  <a:srgbClr val="09111F"/>
                </a:solidFill>
                <a:latin typeface="Aptos"/>
                <a:ea typeface="Aptos"/>
                <a:cs typeface="Aptos"/>
              </a:defRPr>
            </a:lvl1pPr>
            <a:lvl2pPr>
              <a:defRPr sz="1500" b="1">
                <a:solidFill>
                  <a:srgbClr val="09111F"/>
                </a:solidFill>
                <a:latin typeface="Aptos"/>
                <a:ea typeface="Aptos"/>
                <a:cs typeface="Aptos"/>
              </a:defRPr>
            </a:lvl2pPr>
            <a:lvl3pPr>
              <a:defRPr sz="1500" b="1">
                <a:solidFill>
                  <a:srgbClr val="09111F"/>
                </a:solidFill>
                <a:latin typeface="Aptos"/>
                <a:ea typeface="Aptos"/>
                <a:cs typeface="Aptos"/>
              </a:defRPr>
            </a:lvl3pPr>
            <a:lvl4pPr>
              <a:defRPr sz="1500" b="1">
                <a:solidFill>
                  <a:srgbClr val="09111F"/>
                </a:solidFill>
                <a:latin typeface="Aptos"/>
                <a:ea typeface="Aptos"/>
                <a:cs typeface="Aptos"/>
              </a:defRPr>
            </a:lvl4pPr>
            <a:lvl5pPr>
              <a:defRPr sz="1500" b="1">
                <a:solidFill>
                  <a:srgbClr val="09111F"/>
                </a:solidFill>
                <a:latin typeface="Aptos"/>
                <a:ea typeface="Aptos"/>
                <a:cs typeface="Aptos"/>
              </a:defRPr>
            </a:lvl5pPr>
            <a:lvl6pPr>
              <a:defRPr sz="1500" b="1">
                <a:solidFill>
                  <a:srgbClr val="09111F"/>
                </a:solidFill>
                <a:latin typeface="Aptos"/>
                <a:ea typeface="Aptos"/>
                <a:cs typeface="Aptos"/>
              </a:defRPr>
            </a:lvl6pPr>
            <a:lvl7pPr>
              <a:defRPr sz="1500" b="1">
                <a:solidFill>
                  <a:srgbClr val="09111F"/>
                </a:solidFill>
                <a:latin typeface="Aptos"/>
                <a:ea typeface="Aptos"/>
                <a:cs typeface="Aptos"/>
              </a:defRPr>
            </a:lvl7pPr>
            <a:lvl8pPr>
              <a:defRPr sz="1500" b="1">
                <a:solidFill>
                  <a:srgbClr val="09111F"/>
                </a:solidFill>
                <a:latin typeface="Aptos"/>
                <a:ea typeface="Aptos"/>
                <a:cs typeface="Aptos"/>
              </a:defRPr>
            </a:lvl8pPr>
            <a:lvl9pPr>
              <a:defRPr sz="1500" b="1">
                <a:solidFill>
                  <a:srgbClr val="09111F"/>
                </a:solidFill>
                <a:latin typeface="Aptos"/>
                <a:ea typeface="Aptos"/>
                <a:cs typeface="Aptos"/>
              </a:defRPr>
            </a:lvl9pPr>
          </a:lstStyle>
          <a:p xmlns:a="http://schemas.openxmlformats.org/drawingml/2006/main">
            <a:pPr>
              <a:defRPr sz="1500" b="1">
                <a:solidFill>
                  <a:srgbClr val="09111F"/>
                </a:solidFill>
                <a:latin typeface="Aptos"/>
                <a:ea typeface="Aptos"/>
                <a:cs typeface="Aptos"/>
              </a:defRPr>
            </a:pPr>
            <a:r>
              <a:rPr sz="1500" b="1">
                <a:solidFill>
                  <a:srgbClr val="09111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6CFE4536-6447-44A7-9570-576942EDC32C}"/>
              </a:ext>
            </a:extLst>
          </p:cNvPr>
          <p:cNvSpPr>
            <a:spLocks xmlns:a="http://schemas.openxmlformats.org/drawingml/2006/main" noGrp="1"/>
          </p:cNvSpPr>
          <p:nvPr/>
        </p:nvSpPr>
        <p:spPr>
          <a:xfrm xmlns:a="http://schemas.openxmlformats.org/drawingml/2006/main">
            <a:off x="1504950" y="27432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800" b="1">
                <a:solidFill>
                  <a:srgbClr val="F5F7FB"/>
                </a:solidFill>
                <a:latin typeface="Aptos"/>
                <a:ea typeface="Aptos"/>
                <a:cs typeface="Aptos"/>
              </a:defRPr>
            </a:defPPr>
            <a:lvl1pPr>
              <a:defRPr sz="1800" b="1">
                <a:solidFill>
                  <a:srgbClr val="F5F7FB"/>
                </a:solidFill>
                <a:latin typeface="Aptos"/>
                <a:ea typeface="Aptos"/>
                <a:cs typeface="Aptos"/>
              </a:defRPr>
            </a:lvl1pPr>
            <a:lvl2pPr>
              <a:defRPr sz="1800" b="1">
                <a:solidFill>
                  <a:srgbClr val="F5F7FB"/>
                </a:solidFill>
                <a:latin typeface="Aptos"/>
                <a:ea typeface="Aptos"/>
                <a:cs typeface="Aptos"/>
              </a:defRPr>
            </a:lvl2pPr>
            <a:lvl3pPr>
              <a:defRPr sz="1800" b="1">
                <a:solidFill>
                  <a:srgbClr val="F5F7FB"/>
                </a:solidFill>
                <a:latin typeface="Aptos"/>
                <a:ea typeface="Aptos"/>
                <a:cs typeface="Aptos"/>
              </a:defRPr>
            </a:lvl3pPr>
            <a:lvl4pPr>
              <a:defRPr sz="1800" b="1">
                <a:solidFill>
                  <a:srgbClr val="F5F7FB"/>
                </a:solidFill>
                <a:latin typeface="Aptos"/>
                <a:ea typeface="Aptos"/>
                <a:cs typeface="Aptos"/>
              </a:defRPr>
            </a:lvl4pPr>
            <a:lvl5pPr>
              <a:defRPr sz="1800" b="1">
                <a:solidFill>
                  <a:srgbClr val="F5F7FB"/>
                </a:solidFill>
                <a:latin typeface="Aptos"/>
                <a:ea typeface="Aptos"/>
                <a:cs typeface="Aptos"/>
              </a:defRPr>
            </a:lvl5pPr>
            <a:lvl6pPr>
              <a:defRPr sz="1800" b="1">
                <a:solidFill>
                  <a:srgbClr val="F5F7FB"/>
                </a:solidFill>
                <a:latin typeface="Aptos"/>
                <a:ea typeface="Aptos"/>
                <a:cs typeface="Aptos"/>
              </a:defRPr>
            </a:lvl6pPr>
            <a:lvl7pPr>
              <a:defRPr sz="1800" b="1">
                <a:solidFill>
                  <a:srgbClr val="F5F7FB"/>
                </a:solidFill>
                <a:latin typeface="Aptos"/>
                <a:ea typeface="Aptos"/>
                <a:cs typeface="Aptos"/>
              </a:defRPr>
            </a:lvl7pPr>
            <a:lvl8pPr>
              <a:defRPr sz="1800" b="1">
                <a:solidFill>
                  <a:srgbClr val="F5F7FB"/>
                </a:solidFill>
                <a:latin typeface="Aptos"/>
                <a:ea typeface="Aptos"/>
                <a:cs typeface="Aptos"/>
              </a:defRPr>
            </a:lvl8pPr>
            <a:lvl9pPr>
              <a:defRPr sz="1800" b="1">
                <a:solidFill>
                  <a:srgbClr val="F5F7FB"/>
                </a:solidFill>
                <a:latin typeface="Aptos"/>
                <a:ea typeface="Aptos"/>
                <a:cs typeface="Aptos"/>
              </a:defRPr>
            </a:lvl9pPr>
          </a:lstStyle>
          <a:p xmlns:a="http://schemas.openxmlformats.org/drawingml/2006/main">
            <a:pPr>
              <a:defRPr sz="1800" b="1">
                <a:solidFill>
                  <a:srgbClr val="F5F7FB"/>
                </a:solidFill>
                <a:latin typeface="Aptos"/>
                <a:ea typeface="Aptos"/>
                <a:cs typeface="Aptos"/>
              </a:defRPr>
            </a:pPr>
            <a:r>
              <a:rPr sz="1800" b="1">
                <a:solidFill>
                  <a:srgbClr val="F5F7FB"/>
                </a:solidFill>
                <a:latin typeface="Aptos"/>
                <a:ea typeface="Aptos"/>
                <a:cs typeface="Aptos"/>
              </a:rPr>
              <a:t>Sort by distance and commitment</a:t>
            </a:r>
          </a:p>
        </p:txBody>
      </p:sp>
      <p:sp>
        <p:nvSpPr>
          <p:cNvPr id="13" name="">
            <a:extLst xmlns:a="http://schemas.openxmlformats.org/drawingml/2006/main">
              <a:ext uri="{FF2B5EF4-FFF2-40B4-BE49-F238E27FC236}">
                <a16:creationId xmlns:a16="http://schemas.microsoft.com/office/drawing/2014/main" id="{C2FD0E50-C9FA-4144-9EFE-132F09CC883D}"/>
              </a:ext>
            </a:extLst>
          </p:cNvPr>
          <p:cNvSpPr>
            <a:spLocks xmlns:a="http://schemas.openxmlformats.org/drawingml/2006/main" noGrp="1"/>
          </p:cNvSpPr>
          <p:nvPr/>
        </p:nvSpPr>
        <p:spPr>
          <a:xfrm xmlns:a="http://schemas.openxmlformats.org/drawingml/2006/main">
            <a:off x="971550" y="3181350"/>
            <a:ext cx="28575" cy="4762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56940C5-74E2-4C7D-9EC6-8583C310F8FB}"/>
              </a:ext>
            </a:extLst>
          </p:cNvPr>
          <p:cNvSpPr>
            <a:spLocks xmlns:a="http://schemas.openxmlformats.org/drawingml/2006/main" noGrp="1"/>
          </p:cNvSpPr>
          <p:nvPr/>
        </p:nvSpPr>
        <p:spPr>
          <a:xfrm xmlns:a="http://schemas.openxmlformats.org/drawingml/2006/main">
            <a:off x="723900" y="3657600"/>
            <a:ext cx="514350" cy="514350"/>
          </a:xfrm>
          <a:prstGeom xmlns:a="http://schemas.openxmlformats.org/drawingml/2006/main" prst="ellipse">
            <a:avLst/>
          </a:prstGeom>
          <a:solidFill xmlns:a="http://schemas.openxmlformats.org/drawingml/2006/main">
            <a:srgbClr val="F04E5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A22F5E7-B120-4F67-93F8-0CCFE8352D6D}"/>
              </a:ext>
            </a:extLst>
          </p:cNvPr>
          <p:cNvSpPr>
            <a:spLocks xmlns:a="http://schemas.openxmlformats.org/drawingml/2006/main" noGrp="1"/>
          </p:cNvSpPr>
          <p:nvPr/>
        </p:nvSpPr>
        <p:spPr>
          <a:xfrm xmlns:a="http://schemas.openxmlformats.org/drawingml/2006/main">
            <a:off x="723900" y="37719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defRPr sz="1500" b="1">
                <a:solidFill>
                  <a:srgbClr val="09111F"/>
                </a:solidFill>
                <a:latin typeface="Aptos"/>
                <a:ea typeface="Aptos"/>
                <a:cs typeface="Aptos"/>
              </a:defRPr>
            </a:defPPr>
            <a:lvl1pPr>
              <a:defRPr sz="1500" b="1">
                <a:solidFill>
                  <a:srgbClr val="09111F"/>
                </a:solidFill>
                <a:latin typeface="Aptos"/>
                <a:ea typeface="Aptos"/>
                <a:cs typeface="Aptos"/>
              </a:defRPr>
            </a:lvl1pPr>
            <a:lvl2pPr>
              <a:defRPr sz="1500" b="1">
                <a:solidFill>
                  <a:srgbClr val="09111F"/>
                </a:solidFill>
                <a:latin typeface="Aptos"/>
                <a:ea typeface="Aptos"/>
                <a:cs typeface="Aptos"/>
              </a:defRPr>
            </a:lvl2pPr>
            <a:lvl3pPr>
              <a:defRPr sz="1500" b="1">
                <a:solidFill>
                  <a:srgbClr val="09111F"/>
                </a:solidFill>
                <a:latin typeface="Aptos"/>
                <a:ea typeface="Aptos"/>
                <a:cs typeface="Aptos"/>
              </a:defRPr>
            </a:lvl3pPr>
            <a:lvl4pPr>
              <a:defRPr sz="1500" b="1">
                <a:solidFill>
                  <a:srgbClr val="09111F"/>
                </a:solidFill>
                <a:latin typeface="Aptos"/>
                <a:ea typeface="Aptos"/>
                <a:cs typeface="Aptos"/>
              </a:defRPr>
            </a:lvl4pPr>
            <a:lvl5pPr>
              <a:defRPr sz="1500" b="1">
                <a:solidFill>
                  <a:srgbClr val="09111F"/>
                </a:solidFill>
                <a:latin typeface="Aptos"/>
                <a:ea typeface="Aptos"/>
                <a:cs typeface="Aptos"/>
              </a:defRPr>
            </a:lvl5pPr>
            <a:lvl6pPr>
              <a:defRPr sz="1500" b="1">
                <a:solidFill>
                  <a:srgbClr val="09111F"/>
                </a:solidFill>
                <a:latin typeface="Aptos"/>
                <a:ea typeface="Aptos"/>
                <a:cs typeface="Aptos"/>
              </a:defRPr>
            </a:lvl6pPr>
            <a:lvl7pPr>
              <a:defRPr sz="1500" b="1">
                <a:solidFill>
                  <a:srgbClr val="09111F"/>
                </a:solidFill>
                <a:latin typeface="Aptos"/>
                <a:ea typeface="Aptos"/>
                <a:cs typeface="Aptos"/>
              </a:defRPr>
            </a:lvl7pPr>
            <a:lvl8pPr>
              <a:defRPr sz="1500" b="1">
                <a:solidFill>
                  <a:srgbClr val="09111F"/>
                </a:solidFill>
                <a:latin typeface="Aptos"/>
                <a:ea typeface="Aptos"/>
                <a:cs typeface="Aptos"/>
              </a:defRPr>
            </a:lvl8pPr>
            <a:lvl9pPr>
              <a:defRPr sz="1500" b="1">
                <a:solidFill>
                  <a:srgbClr val="09111F"/>
                </a:solidFill>
                <a:latin typeface="Aptos"/>
                <a:ea typeface="Aptos"/>
                <a:cs typeface="Aptos"/>
              </a:defRPr>
            </a:lvl9pPr>
          </a:lstStyle>
          <a:p xmlns:a="http://schemas.openxmlformats.org/drawingml/2006/main">
            <a:pPr>
              <a:defRPr sz="1500" b="1">
                <a:solidFill>
                  <a:srgbClr val="09111F"/>
                </a:solidFill>
                <a:latin typeface="Aptos"/>
                <a:ea typeface="Aptos"/>
                <a:cs typeface="Aptos"/>
              </a:defRPr>
            </a:pPr>
            <a:r>
              <a:rPr sz="1500" b="1">
                <a:solidFill>
                  <a:srgbClr val="09111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AA7CC5E6-83B2-4480-9C88-B7E81368EC05}"/>
              </a:ext>
            </a:extLst>
          </p:cNvPr>
          <p:cNvSpPr>
            <a:spLocks xmlns:a="http://schemas.openxmlformats.org/drawingml/2006/main" noGrp="1"/>
          </p:cNvSpPr>
          <p:nvPr/>
        </p:nvSpPr>
        <p:spPr>
          <a:xfrm xmlns:a="http://schemas.openxmlformats.org/drawingml/2006/main">
            <a:off x="1504950" y="37338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800" b="1">
                <a:solidFill>
                  <a:srgbClr val="F5F7FB"/>
                </a:solidFill>
                <a:latin typeface="Aptos"/>
                <a:ea typeface="Aptos"/>
                <a:cs typeface="Aptos"/>
              </a:defRPr>
            </a:defPPr>
            <a:lvl1pPr>
              <a:defRPr sz="1800" b="1">
                <a:solidFill>
                  <a:srgbClr val="F5F7FB"/>
                </a:solidFill>
                <a:latin typeface="Aptos"/>
                <a:ea typeface="Aptos"/>
                <a:cs typeface="Aptos"/>
              </a:defRPr>
            </a:lvl1pPr>
            <a:lvl2pPr>
              <a:defRPr sz="1800" b="1">
                <a:solidFill>
                  <a:srgbClr val="F5F7FB"/>
                </a:solidFill>
                <a:latin typeface="Aptos"/>
                <a:ea typeface="Aptos"/>
                <a:cs typeface="Aptos"/>
              </a:defRPr>
            </a:lvl2pPr>
            <a:lvl3pPr>
              <a:defRPr sz="1800" b="1">
                <a:solidFill>
                  <a:srgbClr val="F5F7FB"/>
                </a:solidFill>
                <a:latin typeface="Aptos"/>
                <a:ea typeface="Aptos"/>
                <a:cs typeface="Aptos"/>
              </a:defRPr>
            </a:lvl3pPr>
            <a:lvl4pPr>
              <a:defRPr sz="1800" b="1">
                <a:solidFill>
                  <a:srgbClr val="F5F7FB"/>
                </a:solidFill>
                <a:latin typeface="Aptos"/>
                <a:ea typeface="Aptos"/>
                <a:cs typeface="Aptos"/>
              </a:defRPr>
            </a:lvl4pPr>
            <a:lvl5pPr>
              <a:defRPr sz="1800" b="1">
                <a:solidFill>
                  <a:srgbClr val="F5F7FB"/>
                </a:solidFill>
                <a:latin typeface="Aptos"/>
                <a:ea typeface="Aptos"/>
                <a:cs typeface="Aptos"/>
              </a:defRPr>
            </a:lvl5pPr>
            <a:lvl6pPr>
              <a:defRPr sz="1800" b="1">
                <a:solidFill>
                  <a:srgbClr val="F5F7FB"/>
                </a:solidFill>
                <a:latin typeface="Aptos"/>
                <a:ea typeface="Aptos"/>
                <a:cs typeface="Aptos"/>
              </a:defRPr>
            </a:lvl6pPr>
            <a:lvl7pPr>
              <a:defRPr sz="1800" b="1">
                <a:solidFill>
                  <a:srgbClr val="F5F7FB"/>
                </a:solidFill>
                <a:latin typeface="Aptos"/>
                <a:ea typeface="Aptos"/>
                <a:cs typeface="Aptos"/>
              </a:defRPr>
            </a:lvl7pPr>
            <a:lvl8pPr>
              <a:defRPr sz="1800" b="1">
                <a:solidFill>
                  <a:srgbClr val="F5F7FB"/>
                </a:solidFill>
                <a:latin typeface="Aptos"/>
                <a:ea typeface="Aptos"/>
                <a:cs typeface="Aptos"/>
              </a:defRPr>
            </a:lvl8pPr>
            <a:lvl9pPr>
              <a:defRPr sz="1800" b="1">
                <a:solidFill>
                  <a:srgbClr val="F5F7FB"/>
                </a:solidFill>
                <a:latin typeface="Aptos"/>
                <a:ea typeface="Aptos"/>
                <a:cs typeface="Aptos"/>
              </a:defRPr>
            </a:lvl9pPr>
          </a:lstStyle>
          <a:p xmlns:a="http://schemas.openxmlformats.org/drawingml/2006/main">
            <a:pPr>
              <a:defRPr sz="1800" b="1">
                <a:solidFill>
                  <a:srgbClr val="F5F7FB"/>
                </a:solidFill>
                <a:latin typeface="Aptos"/>
                <a:ea typeface="Aptos"/>
                <a:cs typeface="Aptos"/>
              </a:defRPr>
            </a:pPr>
            <a:r>
              <a:rPr sz="1800" b="1">
                <a:solidFill>
                  <a:srgbClr val="F5F7FB"/>
                </a:solidFill>
                <a:latin typeface="Aptos"/>
                <a:ea typeface="Aptos"/>
                <a:cs typeface="Aptos"/>
              </a:rPr>
              <a:t>Choose a limited attacker set</a:t>
            </a:r>
          </a:p>
        </p:txBody>
      </p:sp>
      <p:sp>
        <p:nvSpPr>
          <p:cNvPr id="17" name="">
            <a:extLst xmlns:a="http://schemas.openxmlformats.org/drawingml/2006/main">
              <a:ext uri="{FF2B5EF4-FFF2-40B4-BE49-F238E27FC236}">
                <a16:creationId xmlns:a16="http://schemas.microsoft.com/office/drawing/2014/main" id="{6BF82008-C972-4F66-867D-3CE92FE7DF5D}"/>
              </a:ext>
            </a:extLst>
          </p:cNvPr>
          <p:cNvSpPr>
            <a:spLocks xmlns:a="http://schemas.openxmlformats.org/drawingml/2006/main" noGrp="1"/>
          </p:cNvSpPr>
          <p:nvPr/>
        </p:nvSpPr>
        <p:spPr>
          <a:xfrm xmlns:a="http://schemas.openxmlformats.org/drawingml/2006/main">
            <a:off x="971550" y="4171950"/>
            <a:ext cx="28575" cy="4762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AE82A1A-39C8-473D-9503-5D9C4E0CC505}"/>
              </a:ext>
            </a:extLst>
          </p:cNvPr>
          <p:cNvSpPr>
            <a:spLocks xmlns:a="http://schemas.openxmlformats.org/drawingml/2006/main" noGrp="1"/>
          </p:cNvSpPr>
          <p:nvPr/>
        </p:nvSpPr>
        <p:spPr>
          <a:xfrm xmlns:a="http://schemas.openxmlformats.org/drawingml/2006/main">
            <a:off x="723900" y="4648200"/>
            <a:ext cx="514350" cy="514350"/>
          </a:xfrm>
          <a:prstGeom xmlns:a="http://schemas.openxmlformats.org/drawingml/2006/main" prst="ellipse">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A3C8A34-E13C-42A1-97D0-06B5C40890FC}"/>
              </a:ext>
            </a:extLst>
          </p:cNvPr>
          <p:cNvSpPr>
            <a:spLocks xmlns:a="http://schemas.openxmlformats.org/drawingml/2006/main" noGrp="1"/>
          </p:cNvSpPr>
          <p:nvPr/>
        </p:nvSpPr>
        <p:spPr>
          <a:xfrm xmlns:a="http://schemas.openxmlformats.org/drawingml/2006/main">
            <a:off x="723900" y="47625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defRPr sz="1500" b="1">
                <a:solidFill>
                  <a:srgbClr val="09111F"/>
                </a:solidFill>
                <a:latin typeface="Aptos"/>
                <a:ea typeface="Aptos"/>
                <a:cs typeface="Aptos"/>
              </a:defRPr>
            </a:defPPr>
            <a:lvl1pPr>
              <a:defRPr sz="1500" b="1">
                <a:solidFill>
                  <a:srgbClr val="09111F"/>
                </a:solidFill>
                <a:latin typeface="Aptos"/>
                <a:ea typeface="Aptos"/>
                <a:cs typeface="Aptos"/>
              </a:defRPr>
            </a:lvl1pPr>
            <a:lvl2pPr>
              <a:defRPr sz="1500" b="1">
                <a:solidFill>
                  <a:srgbClr val="09111F"/>
                </a:solidFill>
                <a:latin typeface="Aptos"/>
                <a:ea typeface="Aptos"/>
                <a:cs typeface="Aptos"/>
              </a:defRPr>
            </a:lvl2pPr>
            <a:lvl3pPr>
              <a:defRPr sz="1500" b="1">
                <a:solidFill>
                  <a:srgbClr val="09111F"/>
                </a:solidFill>
                <a:latin typeface="Aptos"/>
                <a:ea typeface="Aptos"/>
                <a:cs typeface="Aptos"/>
              </a:defRPr>
            </a:lvl3pPr>
            <a:lvl4pPr>
              <a:defRPr sz="1500" b="1">
                <a:solidFill>
                  <a:srgbClr val="09111F"/>
                </a:solidFill>
                <a:latin typeface="Aptos"/>
                <a:ea typeface="Aptos"/>
                <a:cs typeface="Aptos"/>
              </a:defRPr>
            </a:lvl4pPr>
            <a:lvl5pPr>
              <a:defRPr sz="1500" b="1">
                <a:solidFill>
                  <a:srgbClr val="09111F"/>
                </a:solidFill>
                <a:latin typeface="Aptos"/>
                <a:ea typeface="Aptos"/>
                <a:cs typeface="Aptos"/>
              </a:defRPr>
            </a:lvl5pPr>
            <a:lvl6pPr>
              <a:defRPr sz="1500" b="1">
                <a:solidFill>
                  <a:srgbClr val="09111F"/>
                </a:solidFill>
                <a:latin typeface="Aptos"/>
                <a:ea typeface="Aptos"/>
                <a:cs typeface="Aptos"/>
              </a:defRPr>
            </a:lvl6pPr>
            <a:lvl7pPr>
              <a:defRPr sz="1500" b="1">
                <a:solidFill>
                  <a:srgbClr val="09111F"/>
                </a:solidFill>
                <a:latin typeface="Aptos"/>
                <a:ea typeface="Aptos"/>
                <a:cs typeface="Aptos"/>
              </a:defRPr>
            </a:lvl7pPr>
            <a:lvl8pPr>
              <a:defRPr sz="1500" b="1">
                <a:solidFill>
                  <a:srgbClr val="09111F"/>
                </a:solidFill>
                <a:latin typeface="Aptos"/>
                <a:ea typeface="Aptos"/>
                <a:cs typeface="Aptos"/>
              </a:defRPr>
            </a:lvl8pPr>
            <a:lvl9pPr>
              <a:defRPr sz="1500" b="1">
                <a:solidFill>
                  <a:srgbClr val="09111F"/>
                </a:solidFill>
                <a:latin typeface="Aptos"/>
                <a:ea typeface="Aptos"/>
                <a:cs typeface="Aptos"/>
              </a:defRPr>
            </a:lvl9pPr>
          </a:lstStyle>
          <a:p xmlns:a="http://schemas.openxmlformats.org/drawingml/2006/main">
            <a:pPr>
              <a:defRPr sz="1500" b="1">
                <a:solidFill>
                  <a:srgbClr val="09111F"/>
                </a:solidFill>
                <a:latin typeface="Aptos"/>
                <a:ea typeface="Aptos"/>
                <a:cs typeface="Aptos"/>
              </a:defRPr>
            </a:pPr>
            <a:r>
              <a:rPr sz="1500" b="1">
                <a:solidFill>
                  <a:srgbClr val="09111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34575DF1-5A7D-465F-A13D-445C860C3C32}"/>
              </a:ext>
            </a:extLst>
          </p:cNvPr>
          <p:cNvSpPr>
            <a:spLocks xmlns:a="http://schemas.openxmlformats.org/drawingml/2006/main" noGrp="1"/>
          </p:cNvSpPr>
          <p:nvPr/>
        </p:nvSpPr>
        <p:spPr>
          <a:xfrm xmlns:a="http://schemas.openxmlformats.org/drawingml/2006/main">
            <a:off x="1504950" y="47244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800" b="1">
                <a:solidFill>
                  <a:srgbClr val="F5F7FB"/>
                </a:solidFill>
                <a:latin typeface="Aptos"/>
                <a:ea typeface="Aptos"/>
                <a:cs typeface="Aptos"/>
              </a:defRPr>
            </a:defPPr>
            <a:lvl1pPr>
              <a:defRPr sz="1800" b="1">
                <a:solidFill>
                  <a:srgbClr val="F5F7FB"/>
                </a:solidFill>
                <a:latin typeface="Aptos"/>
                <a:ea typeface="Aptos"/>
                <a:cs typeface="Aptos"/>
              </a:defRPr>
            </a:lvl1pPr>
            <a:lvl2pPr>
              <a:defRPr sz="1800" b="1">
                <a:solidFill>
                  <a:srgbClr val="F5F7FB"/>
                </a:solidFill>
                <a:latin typeface="Aptos"/>
                <a:ea typeface="Aptos"/>
                <a:cs typeface="Aptos"/>
              </a:defRPr>
            </a:lvl2pPr>
            <a:lvl3pPr>
              <a:defRPr sz="1800" b="1">
                <a:solidFill>
                  <a:srgbClr val="F5F7FB"/>
                </a:solidFill>
                <a:latin typeface="Aptos"/>
                <a:ea typeface="Aptos"/>
                <a:cs typeface="Aptos"/>
              </a:defRPr>
            </a:lvl3pPr>
            <a:lvl4pPr>
              <a:defRPr sz="1800" b="1">
                <a:solidFill>
                  <a:srgbClr val="F5F7FB"/>
                </a:solidFill>
                <a:latin typeface="Aptos"/>
                <a:ea typeface="Aptos"/>
                <a:cs typeface="Aptos"/>
              </a:defRPr>
            </a:lvl4pPr>
            <a:lvl5pPr>
              <a:defRPr sz="1800" b="1">
                <a:solidFill>
                  <a:srgbClr val="F5F7FB"/>
                </a:solidFill>
                <a:latin typeface="Aptos"/>
                <a:ea typeface="Aptos"/>
                <a:cs typeface="Aptos"/>
              </a:defRPr>
            </a:lvl5pPr>
            <a:lvl6pPr>
              <a:defRPr sz="1800" b="1">
                <a:solidFill>
                  <a:srgbClr val="F5F7FB"/>
                </a:solidFill>
                <a:latin typeface="Aptos"/>
                <a:ea typeface="Aptos"/>
                <a:cs typeface="Aptos"/>
              </a:defRPr>
            </a:lvl6pPr>
            <a:lvl7pPr>
              <a:defRPr sz="1800" b="1">
                <a:solidFill>
                  <a:srgbClr val="F5F7FB"/>
                </a:solidFill>
                <a:latin typeface="Aptos"/>
                <a:ea typeface="Aptos"/>
                <a:cs typeface="Aptos"/>
              </a:defRPr>
            </a:lvl7pPr>
            <a:lvl8pPr>
              <a:defRPr sz="1800" b="1">
                <a:solidFill>
                  <a:srgbClr val="F5F7FB"/>
                </a:solidFill>
                <a:latin typeface="Aptos"/>
                <a:ea typeface="Aptos"/>
                <a:cs typeface="Aptos"/>
              </a:defRPr>
            </a:lvl8pPr>
            <a:lvl9pPr>
              <a:defRPr sz="1800" b="1">
                <a:solidFill>
                  <a:srgbClr val="F5F7FB"/>
                </a:solidFill>
                <a:latin typeface="Aptos"/>
                <a:ea typeface="Aptos"/>
                <a:cs typeface="Aptos"/>
              </a:defRPr>
            </a:lvl9pPr>
          </a:lstStyle>
          <a:p xmlns:a="http://schemas.openxmlformats.org/drawingml/2006/main">
            <a:pPr>
              <a:defRPr sz="1800" b="1">
                <a:solidFill>
                  <a:srgbClr val="F5F7FB"/>
                </a:solidFill>
                <a:latin typeface="Aptos"/>
                <a:ea typeface="Aptos"/>
                <a:cs typeface="Aptos"/>
              </a:defRPr>
            </a:pPr>
            <a:r>
              <a:rPr sz="1800" b="1">
                <a:solidFill>
                  <a:srgbClr val="F5F7FB"/>
                </a:solidFill>
                <a:latin typeface="Aptos"/>
                <a:ea typeface="Aptos"/>
                <a:cs typeface="Aptos"/>
              </a:rPr>
              <a:t>Assign pressure positions</a:t>
            </a:r>
          </a:p>
        </p:txBody>
      </p:sp>
      <p:sp>
        <p:nvSpPr>
          <p:cNvPr id="21" name="">
            <a:extLst xmlns:a="http://schemas.openxmlformats.org/drawingml/2006/main">
              <a:ext uri="{FF2B5EF4-FFF2-40B4-BE49-F238E27FC236}">
                <a16:creationId xmlns:a16="http://schemas.microsoft.com/office/drawing/2014/main" id="{9D4C090A-367A-4319-8CCA-CB4BD0C6541C}"/>
              </a:ext>
            </a:extLst>
          </p:cNvPr>
          <p:cNvSpPr>
            <a:spLocks xmlns:a="http://schemas.openxmlformats.org/drawingml/2006/main" noGrp="1"/>
          </p:cNvSpPr>
          <p:nvPr/>
        </p:nvSpPr>
        <p:spPr>
          <a:xfrm xmlns:a="http://schemas.openxmlformats.org/drawingml/2006/main">
            <a:off x="6858000" y="1752600"/>
            <a:ext cx="4286250" cy="3505200"/>
          </a:xfrm>
          <a:prstGeom xmlns:a="http://schemas.openxmlformats.org/drawingml/2006/main" prst="roundRect">
            <a:avLst>
              <a:gd name="adj" fmla="val 4348"/>
            </a:avLst>
          </a:prstGeom>
          <a:solidFill xmlns:a="http://schemas.openxmlformats.org/drawingml/2006/main">
            <a:srgbClr val="111C2E"/>
          </a:solidFill>
          <a:ln xmlns:a="http://schemas.openxmlformats.org/drawingml/2006/main" w="14288">
            <a:solidFill>
              <a:srgbClr val="2D405C"/>
            </a:solidFill>
            <a:prstDash val="solid"/>
          </a:ln>
        </p:spPr>
      </p:sp>
      <p:sp>
        <p:nvSpPr>
          <p:cNvPr id="22" name="">
            <a:extLst xmlns:a="http://schemas.openxmlformats.org/drawingml/2006/main">
              <a:ext uri="{FF2B5EF4-FFF2-40B4-BE49-F238E27FC236}">
                <a16:creationId xmlns:a16="http://schemas.microsoft.com/office/drawing/2014/main" id="{200A72F0-2B67-4A24-BF43-FA453660E5E7}"/>
              </a:ext>
            </a:extLst>
          </p:cNvPr>
          <p:cNvSpPr>
            <a:spLocks xmlns:a="http://schemas.openxmlformats.org/drawingml/2006/main" noGrp="1"/>
          </p:cNvSpPr>
          <p:nvPr/>
        </p:nvSpPr>
        <p:spPr>
          <a:xfrm xmlns:a="http://schemas.openxmlformats.org/drawingml/2006/main">
            <a:off x="7239000" y="20955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1">
                <a:solidFill>
                  <a:srgbClr val="4BA7FF"/>
                </a:solidFill>
                <a:latin typeface="Aptos"/>
                <a:ea typeface="Aptos"/>
                <a:cs typeface="Aptos"/>
              </a:defRPr>
            </a:defPPr>
            <a:lvl1pPr>
              <a:defRPr sz="1125" b="1">
                <a:solidFill>
                  <a:srgbClr val="4BA7FF"/>
                </a:solidFill>
                <a:latin typeface="Aptos"/>
                <a:ea typeface="Aptos"/>
                <a:cs typeface="Aptos"/>
              </a:defRPr>
            </a:lvl1pPr>
            <a:lvl2pPr>
              <a:defRPr sz="1125" b="1">
                <a:solidFill>
                  <a:srgbClr val="4BA7FF"/>
                </a:solidFill>
                <a:latin typeface="Aptos"/>
                <a:ea typeface="Aptos"/>
                <a:cs typeface="Aptos"/>
              </a:defRPr>
            </a:lvl2pPr>
            <a:lvl3pPr>
              <a:defRPr sz="1125" b="1">
                <a:solidFill>
                  <a:srgbClr val="4BA7FF"/>
                </a:solidFill>
                <a:latin typeface="Aptos"/>
                <a:ea typeface="Aptos"/>
                <a:cs typeface="Aptos"/>
              </a:defRPr>
            </a:lvl3pPr>
            <a:lvl4pPr>
              <a:defRPr sz="1125" b="1">
                <a:solidFill>
                  <a:srgbClr val="4BA7FF"/>
                </a:solidFill>
                <a:latin typeface="Aptos"/>
                <a:ea typeface="Aptos"/>
                <a:cs typeface="Aptos"/>
              </a:defRPr>
            </a:lvl4pPr>
            <a:lvl5pPr>
              <a:defRPr sz="1125" b="1">
                <a:solidFill>
                  <a:srgbClr val="4BA7FF"/>
                </a:solidFill>
                <a:latin typeface="Aptos"/>
                <a:ea typeface="Aptos"/>
                <a:cs typeface="Aptos"/>
              </a:defRPr>
            </a:lvl5pPr>
            <a:lvl6pPr>
              <a:defRPr sz="1125" b="1">
                <a:solidFill>
                  <a:srgbClr val="4BA7FF"/>
                </a:solidFill>
                <a:latin typeface="Aptos"/>
                <a:ea typeface="Aptos"/>
                <a:cs typeface="Aptos"/>
              </a:defRPr>
            </a:lvl6pPr>
            <a:lvl7pPr>
              <a:defRPr sz="1125" b="1">
                <a:solidFill>
                  <a:srgbClr val="4BA7FF"/>
                </a:solidFill>
                <a:latin typeface="Aptos"/>
                <a:ea typeface="Aptos"/>
                <a:cs typeface="Aptos"/>
              </a:defRPr>
            </a:lvl7pPr>
            <a:lvl8pPr>
              <a:defRPr sz="1125" b="1">
                <a:solidFill>
                  <a:srgbClr val="4BA7FF"/>
                </a:solidFill>
                <a:latin typeface="Aptos"/>
                <a:ea typeface="Aptos"/>
                <a:cs typeface="Aptos"/>
              </a:defRPr>
            </a:lvl8pPr>
            <a:lvl9pPr>
              <a:defRPr sz="1125" b="1">
                <a:solidFill>
                  <a:srgbClr val="4BA7FF"/>
                </a:solidFill>
                <a:latin typeface="Aptos"/>
                <a:ea typeface="Aptos"/>
                <a:cs typeface="Aptos"/>
              </a:defRPr>
            </a:lvl9pPr>
          </a:lstStyle>
          <a:p xmlns:a="http://schemas.openxmlformats.org/drawingml/2006/main">
            <a:pPr>
              <a:defRPr sz="1125" b="1">
                <a:solidFill>
                  <a:srgbClr val="4BA7FF"/>
                </a:solidFill>
                <a:latin typeface="Aptos"/>
                <a:ea typeface="Aptos"/>
                <a:cs typeface="Aptos"/>
              </a:defRPr>
            </a:pPr>
            <a:r>
              <a:rPr sz="1125" b="1">
                <a:solidFill>
                  <a:srgbClr val="4BA7FF"/>
                </a:solidFill>
                <a:latin typeface="Aptos"/>
                <a:ea typeface="Aptos"/>
                <a:cs typeface="Aptos"/>
              </a:rPr>
              <a:t>SHARED SAFETY RULES</a:t>
            </a:r>
          </a:p>
        </p:txBody>
      </p:sp>
      <p:sp>
        <p:nvSpPr>
          <p:cNvPr id="23" name="">
            <a:extLst xmlns:a="http://schemas.openxmlformats.org/drawingml/2006/main">
              <a:ext uri="{FF2B5EF4-FFF2-40B4-BE49-F238E27FC236}">
                <a16:creationId xmlns:a16="http://schemas.microsoft.com/office/drawing/2014/main" id="{542539B5-5901-4F47-8689-A60F41AA958E}"/>
              </a:ext>
            </a:extLst>
          </p:cNvPr>
          <p:cNvSpPr>
            <a:spLocks xmlns:a="http://schemas.openxmlformats.org/drawingml/2006/main" noGrp="1"/>
          </p:cNvSpPr>
          <p:nvPr/>
        </p:nvSpPr>
        <p:spPr>
          <a:xfrm xmlns:a="http://schemas.openxmlformats.org/drawingml/2006/main">
            <a:off x="7334250" y="2667000"/>
            <a:ext cx="3333750" cy="857250"/>
          </a:xfrm>
          <a:prstGeom xmlns:a="http://schemas.openxmlformats.org/drawingml/2006/main" prst="roundRect">
            <a:avLst>
              <a:gd name="adj" fmla="val 13333"/>
            </a:avLst>
          </a:prstGeom>
          <a:solidFill xmlns:a="http://schemas.openxmlformats.org/drawingml/2006/main">
            <a:srgbClr val="16243A"/>
          </a:solidFill>
          <a:ln xmlns:a="http://schemas.openxmlformats.org/drawingml/2006/main" w="14288">
            <a:solidFill>
              <a:srgbClr val="F04E5E"/>
            </a:solidFill>
            <a:prstDash val="solid"/>
          </a:ln>
        </p:spPr>
      </p:sp>
      <p:sp>
        <p:nvSpPr>
          <p:cNvPr id="24" name="">
            <a:extLst xmlns:a="http://schemas.openxmlformats.org/drawingml/2006/main">
              <a:ext uri="{FF2B5EF4-FFF2-40B4-BE49-F238E27FC236}">
                <a16:creationId xmlns:a16="http://schemas.microsoft.com/office/drawing/2014/main" id="{ABD7BD79-0FC8-4DDA-9501-6FF187525A81}"/>
              </a:ext>
            </a:extLst>
          </p:cNvPr>
          <p:cNvSpPr>
            <a:spLocks xmlns:a="http://schemas.openxmlformats.org/drawingml/2006/main" noGrp="1"/>
          </p:cNvSpPr>
          <p:nvPr/>
        </p:nvSpPr>
        <p:spPr>
          <a:xfrm xmlns:a="http://schemas.openxmlformats.org/drawingml/2006/main">
            <a:off x="7334250" y="2667000"/>
            <a:ext cx="76200" cy="85725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14D71F5-9313-4EBB-848A-7DE3D79FFE03}"/>
              </a:ext>
            </a:extLst>
          </p:cNvPr>
          <p:cNvSpPr>
            <a:spLocks xmlns:a="http://schemas.openxmlformats.org/drawingml/2006/main" noGrp="1"/>
          </p:cNvSpPr>
          <p:nvPr/>
        </p:nvSpPr>
        <p:spPr>
          <a:xfrm xmlns:a="http://schemas.openxmlformats.org/drawingml/2006/main">
            <a:off x="7562850" y="28384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Attack permission</a:t>
            </a:r>
          </a:p>
        </p:txBody>
      </p:sp>
      <p:sp>
        <p:nvSpPr>
          <p:cNvPr id="26" name="">
            <a:extLst xmlns:a="http://schemas.openxmlformats.org/drawingml/2006/main">
              <a:ext uri="{FF2B5EF4-FFF2-40B4-BE49-F238E27FC236}">
                <a16:creationId xmlns:a16="http://schemas.microsoft.com/office/drawing/2014/main" id="{4E90538F-2032-420D-855A-298CAE423FC3}"/>
              </a:ext>
            </a:extLst>
          </p:cNvPr>
          <p:cNvSpPr>
            <a:spLocks xmlns:a="http://schemas.openxmlformats.org/drawingml/2006/main" noGrp="1"/>
          </p:cNvSpPr>
          <p:nvPr/>
        </p:nvSpPr>
        <p:spPr>
          <a:xfrm xmlns:a="http://schemas.openxmlformats.org/drawingml/2006/main">
            <a:off x="7562850" y="316230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Caps simultaneous attacks</a:t>
            </a:r>
          </a:p>
        </p:txBody>
      </p:sp>
      <p:sp>
        <p:nvSpPr>
          <p:cNvPr id="27" name="">
            <a:extLst xmlns:a="http://schemas.openxmlformats.org/drawingml/2006/main">
              <a:ext uri="{FF2B5EF4-FFF2-40B4-BE49-F238E27FC236}">
                <a16:creationId xmlns:a16="http://schemas.microsoft.com/office/drawing/2014/main" id="{BCFA10B2-F6E3-4B2A-8233-84621D2644D7}"/>
              </a:ext>
            </a:extLst>
          </p:cNvPr>
          <p:cNvSpPr>
            <a:spLocks xmlns:a="http://schemas.openxmlformats.org/drawingml/2006/main" noGrp="1"/>
          </p:cNvSpPr>
          <p:nvPr/>
        </p:nvSpPr>
        <p:spPr>
          <a:xfrm xmlns:a="http://schemas.openxmlformats.org/drawingml/2006/main">
            <a:off x="7334250" y="3810000"/>
            <a:ext cx="3333750" cy="857250"/>
          </a:xfrm>
          <a:prstGeom xmlns:a="http://schemas.openxmlformats.org/drawingml/2006/main" prst="roundRect">
            <a:avLst>
              <a:gd name="adj" fmla="val 13333"/>
            </a:avLst>
          </a:prstGeom>
          <a:solidFill xmlns:a="http://schemas.openxmlformats.org/drawingml/2006/main">
            <a:srgbClr val="16243A"/>
          </a:solidFill>
          <a:ln xmlns:a="http://schemas.openxmlformats.org/drawingml/2006/main" w="14288">
            <a:solidFill>
              <a:srgbClr val="45D483"/>
            </a:solidFill>
            <a:prstDash val="solid"/>
          </a:ln>
        </p:spPr>
      </p:sp>
      <p:sp>
        <p:nvSpPr>
          <p:cNvPr id="28" name="">
            <a:extLst xmlns:a="http://schemas.openxmlformats.org/drawingml/2006/main">
              <a:ext uri="{FF2B5EF4-FFF2-40B4-BE49-F238E27FC236}">
                <a16:creationId xmlns:a16="http://schemas.microsoft.com/office/drawing/2014/main" id="{1E43E539-2D40-45FB-AD63-84DE623AF3E5}"/>
              </a:ext>
            </a:extLst>
          </p:cNvPr>
          <p:cNvSpPr>
            <a:spLocks xmlns:a="http://schemas.openxmlformats.org/drawingml/2006/main" noGrp="1"/>
          </p:cNvSpPr>
          <p:nvPr/>
        </p:nvSpPr>
        <p:spPr>
          <a:xfrm xmlns:a="http://schemas.openxmlformats.org/drawingml/2006/main">
            <a:off x="7334250" y="3810000"/>
            <a:ext cx="76200" cy="85725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80FC6C0-3073-4EA8-9FF7-E45B54C0D55D}"/>
              </a:ext>
            </a:extLst>
          </p:cNvPr>
          <p:cNvSpPr>
            <a:spLocks xmlns:a="http://schemas.openxmlformats.org/drawingml/2006/main" noGrp="1"/>
          </p:cNvSpPr>
          <p:nvPr/>
        </p:nvSpPr>
        <p:spPr>
          <a:xfrm xmlns:a="http://schemas.openxmlformats.org/drawingml/2006/main">
            <a:off x="7562850" y="39814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Target reservation</a:t>
            </a:r>
          </a:p>
        </p:txBody>
      </p:sp>
      <p:sp>
        <p:nvSpPr>
          <p:cNvPr id="30" name="">
            <a:extLst xmlns:a="http://schemas.openxmlformats.org/drawingml/2006/main">
              <a:ext uri="{FF2B5EF4-FFF2-40B4-BE49-F238E27FC236}">
                <a16:creationId xmlns:a16="http://schemas.microsoft.com/office/drawing/2014/main" id="{28871A37-3CF5-4293-90D9-5B7D36E143D7}"/>
              </a:ext>
            </a:extLst>
          </p:cNvPr>
          <p:cNvSpPr>
            <a:spLocks xmlns:a="http://schemas.openxmlformats.org/drawingml/2006/main" noGrp="1"/>
          </p:cNvSpPr>
          <p:nvPr/>
        </p:nvSpPr>
        <p:spPr>
          <a:xfrm xmlns:a="http://schemas.openxmlformats.org/drawingml/2006/main">
            <a:off x="7562850" y="4305300"/>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Stops teleport destination conflicts</a:t>
            </a:r>
          </a:p>
        </p:txBody>
      </p:sp>
      <p:sp>
        <p:nvSpPr>
          <p:cNvPr id="31" name="">
            <a:extLst xmlns:a="http://schemas.openxmlformats.org/drawingml/2006/main">
              <a:ext uri="{FF2B5EF4-FFF2-40B4-BE49-F238E27FC236}">
                <a16:creationId xmlns:a16="http://schemas.microsoft.com/office/drawing/2014/main" id="{DBDAD33D-1F30-42B3-B971-527B406C6A30}"/>
              </a:ext>
            </a:extLst>
          </p:cNvPr>
          <p:cNvSpPr>
            <a:spLocks xmlns:a="http://schemas.openxmlformats.org/drawingml/2006/main" noGrp="1"/>
          </p:cNvSpPr>
          <p:nvPr/>
        </p:nvSpPr>
        <p:spPr>
          <a:xfrm xmlns:a="http://schemas.openxmlformats.org/drawingml/2006/main">
            <a:off x="6572250" y="56197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333"/>
          </a:bodyPr>
          <a:lstStyle xmlns:a="http://schemas.openxmlformats.org/drawingml/2006/main">
            <a:defPPr>
              <a:defRPr sz="1500" b="1">
                <a:solidFill>
                  <a:srgbClr val="F5F7FB"/>
                </a:solidFill>
                <a:latin typeface="Aptos"/>
                <a:ea typeface="Aptos"/>
                <a:cs typeface="Aptos"/>
              </a:defRPr>
            </a:defPPr>
            <a:lvl1pPr>
              <a:defRPr sz="1500" b="1">
                <a:solidFill>
                  <a:srgbClr val="F5F7FB"/>
                </a:solidFill>
                <a:latin typeface="Aptos"/>
                <a:ea typeface="Aptos"/>
                <a:cs typeface="Aptos"/>
              </a:defRPr>
            </a:lvl1pPr>
            <a:lvl2pPr>
              <a:defRPr sz="1500" b="1">
                <a:solidFill>
                  <a:srgbClr val="F5F7FB"/>
                </a:solidFill>
                <a:latin typeface="Aptos"/>
                <a:ea typeface="Aptos"/>
                <a:cs typeface="Aptos"/>
              </a:defRPr>
            </a:lvl2pPr>
            <a:lvl3pPr>
              <a:defRPr sz="1500" b="1">
                <a:solidFill>
                  <a:srgbClr val="F5F7FB"/>
                </a:solidFill>
                <a:latin typeface="Aptos"/>
                <a:ea typeface="Aptos"/>
                <a:cs typeface="Aptos"/>
              </a:defRPr>
            </a:lvl3pPr>
            <a:lvl4pPr>
              <a:defRPr sz="1500" b="1">
                <a:solidFill>
                  <a:srgbClr val="F5F7FB"/>
                </a:solidFill>
                <a:latin typeface="Aptos"/>
                <a:ea typeface="Aptos"/>
                <a:cs typeface="Aptos"/>
              </a:defRPr>
            </a:lvl4pPr>
            <a:lvl5pPr>
              <a:defRPr sz="1500" b="1">
                <a:solidFill>
                  <a:srgbClr val="F5F7FB"/>
                </a:solidFill>
                <a:latin typeface="Aptos"/>
                <a:ea typeface="Aptos"/>
                <a:cs typeface="Aptos"/>
              </a:defRPr>
            </a:lvl5pPr>
            <a:lvl6pPr>
              <a:defRPr sz="1500" b="1">
                <a:solidFill>
                  <a:srgbClr val="F5F7FB"/>
                </a:solidFill>
                <a:latin typeface="Aptos"/>
                <a:ea typeface="Aptos"/>
                <a:cs typeface="Aptos"/>
              </a:defRPr>
            </a:lvl6pPr>
            <a:lvl7pPr>
              <a:defRPr sz="1500" b="1">
                <a:solidFill>
                  <a:srgbClr val="F5F7FB"/>
                </a:solidFill>
                <a:latin typeface="Aptos"/>
                <a:ea typeface="Aptos"/>
                <a:cs typeface="Aptos"/>
              </a:defRPr>
            </a:lvl7pPr>
            <a:lvl8pPr>
              <a:defRPr sz="1500" b="1">
                <a:solidFill>
                  <a:srgbClr val="F5F7FB"/>
                </a:solidFill>
                <a:latin typeface="Aptos"/>
                <a:ea typeface="Aptos"/>
                <a:cs typeface="Aptos"/>
              </a:defRPr>
            </a:lvl8pPr>
            <a:lvl9pPr>
              <a:defRPr sz="1500" b="1">
                <a:solidFill>
                  <a:srgbClr val="F5F7FB"/>
                </a:solidFill>
                <a:latin typeface="Aptos"/>
                <a:ea typeface="Aptos"/>
                <a:cs typeface="Aptos"/>
              </a:defRPr>
            </a:lvl9pPr>
          </a:lstStyle>
          <a:p xmlns:a="http://schemas.openxmlformats.org/drawingml/2006/main">
            <a:pPr>
              <a:defRPr sz="1500" b="1">
                <a:solidFill>
                  <a:srgbClr val="F5F7FB"/>
                </a:solidFill>
                <a:latin typeface="Aptos"/>
                <a:ea typeface="Aptos"/>
                <a:cs typeface="Aptos"/>
              </a:defRPr>
            </a:pPr>
            <a:r>
              <a:rPr sz="1500" b="1">
                <a:solidFill>
                  <a:srgbClr val="F5F7FB"/>
                </a:solidFill>
                <a:latin typeface="Aptos"/>
                <a:ea typeface="Aptos"/>
                <a:cs typeface="Aptos"/>
              </a:rPr>
              <a:t>The group coordinates scarce opportunities while each actor executes locally</a:t>
            </a:r>
          </a:p>
        </p:txBody>
      </p:sp>
    </p:spTree>
    <p:extLst>
      <p:ext uri="{BB962C8B-B14F-4D97-AF65-F5344CB8AC3E}">
        <p14:creationId xmlns:p14="http://schemas.microsoft.com/office/powerpoint/2010/main" val="164945187"/>
      </p:ext>
    </p:extLst>
  </p:cSld>
</p:sld>
</file>

<file path=ppt/slides/slide6.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95111BA-FEEF-418C-A896-16F51FAF73D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658FFA1-2DE3-4D53-87D9-8E5D87AEB9B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ENEMY VARIANT 1</a:t>
            </a:r>
          </a:p>
        </p:txBody>
      </p:sp>
      <p:sp>
        <p:nvSpPr>
          <p:cNvPr id="3" name="">
            <a:extLst xmlns:a="http://schemas.openxmlformats.org/drawingml/2006/main">
              <a:ext uri="{FF2B5EF4-FFF2-40B4-BE49-F238E27FC236}">
                <a16:creationId xmlns:a16="http://schemas.microsoft.com/office/drawing/2014/main" id="{388D995D-A32B-421B-95C0-B452A53B2635}"/>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Ground enemy behavior</a:t>
            </a:r>
          </a:p>
        </p:txBody>
      </p:sp>
      <p:sp>
        <p:nvSpPr>
          <p:cNvPr id="4" name="">
            <a:extLst xmlns:a="http://schemas.openxmlformats.org/drawingml/2006/main">
              <a:ext uri="{FF2B5EF4-FFF2-40B4-BE49-F238E27FC236}">
                <a16:creationId xmlns:a16="http://schemas.microsoft.com/office/drawing/2014/main" id="{8917F565-E004-49BC-9855-E4001A26D9C5}"/>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9D9896-171C-43D2-818E-33043306A00C}"/>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40C11DD8-ADFE-4ED5-A634-910F7321FA6A}"/>
              </a:ext>
            </a:extLst>
          </p:cNvPr>
          <p:cNvSpPr>
            <a:spLocks xmlns:a="http://schemas.openxmlformats.org/drawingml/2006/main" noGrp="1"/>
          </p:cNvSpPr>
          <p:nvPr/>
        </p:nvSpPr>
        <p:spPr>
          <a:xfrm xmlns:a="http://schemas.openxmlformats.org/drawingml/2006/main">
            <a:off x="609600" y="156210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defRPr sz="2100" b="1">
                <a:solidFill>
                  <a:srgbClr val="F5F7FB"/>
                </a:solidFill>
                <a:latin typeface="Aptos"/>
                <a:ea typeface="Aptos"/>
                <a:cs typeface="Aptos"/>
              </a:defRPr>
            </a:defPPr>
            <a:lvl1pPr>
              <a:defRPr sz="2100" b="1">
                <a:solidFill>
                  <a:srgbClr val="F5F7FB"/>
                </a:solidFill>
                <a:latin typeface="Aptos"/>
                <a:ea typeface="Aptos"/>
                <a:cs typeface="Aptos"/>
              </a:defRPr>
            </a:lvl1pPr>
            <a:lvl2pPr>
              <a:defRPr sz="2100" b="1">
                <a:solidFill>
                  <a:srgbClr val="F5F7FB"/>
                </a:solidFill>
                <a:latin typeface="Aptos"/>
                <a:ea typeface="Aptos"/>
                <a:cs typeface="Aptos"/>
              </a:defRPr>
            </a:lvl2pPr>
            <a:lvl3pPr>
              <a:defRPr sz="2100" b="1">
                <a:solidFill>
                  <a:srgbClr val="F5F7FB"/>
                </a:solidFill>
                <a:latin typeface="Aptos"/>
                <a:ea typeface="Aptos"/>
                <a:cs typeface="Aptos"/>
              </a:defRPr>
            </a:lvl3pPr>
            <a:lvl4pPr>
              <a:defRPr sz="2100" b="1">
                <a:solidFill>
                  <a:srgbClr val="F5F7FB"/>
                </a:solidFill>
                <a:latin typeface="Aptos"/>
                <a:ea typeface="Aptos"/>
                <a:cs typeface="Aptos"/>
              </a:defRPr>
            </a:lvl4pPr>
            <a:lvl5pPr>
              <a:defRPr sz="2100" b="1">
                <a:solidFill>
                  <a:srgbClr val="F5F7FB"/>
                </a:solidFill>
                <a:latin typeface="Aptos"/>
                <a:ea typeface="Aptos"/>
                <a:cs typeface="Aptos"/>
              </a:defRPr>
            </a:lvl5pPr>
            <a:lvl6pPr>
              <a:defRPr sz="2100" b="1">
                <a:solidFill>
                  <a:srgbClr val="F5F7FB"/>
                </a:solidFill>
                <a:latin typeface="Aptos"/>
                <a:ea typeface="Aptos"/>
                <a:cs typeface="Aptos"/>
              </a:defRPr>
            </a:lvl6pPr>
            <a:lvl7pPr>
              <a:defRPr sz="2100" b="1">
                <a:solidFill>
                  <a:srgbClr val="F5F7FB"/>
                </a:solidFill>
                <a:latin typeface="Aptos"/>
                <a:ea typeface="Aptos"/>
                <a:cs typeface="Aptos"/>
              </a:defRPr>
            </a:lvl7pPr>
            <a:lvl8pPr>
              <a:defRPr sz="2100" b="1">
                <a:solidFill>
                  <a:srgbClr val="F5F7FB"/>
                </a:solidFill>
                <a:latin typeface="Aptos"/>
                <a:ea typeface="Aptos"/>
                <a:cs typeface="Aptos"/>
              </a:defRPr>
            </a:lvl8pPr>
            <a:lvl9pPr>
              <a:defRPr sz="2100" b="1">
                <a:solidFill>
                  <a:srgbClr val="F5F7FB"/>
                </a:solidFill>
                <a:latin typeface="Aptos"/>
                <a:ea typeface="Aptos"/>
                <a:cs typeface="Aptos"/>
              </a:defRPr>
            </a:lvl9pPr>
          </a:lstStyle>
          <a:p xmlns:a="http://schemas.openxmlformats.org/drawingml/2006/main">
            <a:pPr>
              <a:defRPr sz="2100" b="1">
                <a:solidFill>
                  <a:srgbClr val="F5F7FB"/>
                </a:solidFill>
                <a:latin typeface="Aptos"/>
                <a:ea typeface="Aptos"/>
                <a:cs typeface="Aptos"/>
              </a:defRPr>
            </a:pPr>
            <a:r>
              <a:rPr sz="2100" b="1">
                <a:solidFill>
                  <a:srgbClr val="F5F7FB"/>
                </a:solidFill>
                <a:latin typeface="Aptos"/>
                <a:ea typeface="Aptos"/>
                <a:cs typeface="Aptos"/>
              </a:rPr>
              <a:t>Local movement plus coordinated intent</a:t>
            </a:r>
          </a:p>
        </p:txBody>
      </p:sp>
      <p:sp>
        <p:nvSpPr>
          <p:cNvPr id="7" name="">
            <a:extLst xmlns:a="http://schemas.openxmlformats.org/drawingml/2006/main">
              <a:ext uri="{FF2B5EF4-FFF2-40B4-BE49-F238E27FC236}">
                <a16:creationId xmlns:a16="http://schemas.microsoft.com/office/drawing/2014/main" id="{14D14DC5-FCF3-42AE-B41D-F59147FEA893}"/>
              </a:ext>
            </a:extLst>
          </p:cNvPr>
          <p:cNvSpPr>
            <a:spLocks xmlns:a="http://schemas.openxmlformats.org/drawingml/2006/main" noGrp="1"/>
          </p:cNvSpPr>
          <p:nvPr/>
        </p:nvSpPr>
        <p:spPr>
          <a:xfrm xmlns:a="http://schemas.openxmlformats.org/drawingml/2006/main">
            <a:off x="647700" y="2476500"/>
            <a:ext cx="2381250" cy="1428750"/>
          </a:xfrm>
          <a:prstGeom xmlns:a="http://schemas.openxmlformats.org/drawingml/2006/main" prst="roundRect">
            <a:avLst>
              <a:gd name="adj" fmla="val 8000"/>
            </a:avLst>
          </a:prstGeom>
          <a:solidFill xmlns:a="http://schemas.openxmlformats.org/drawingml/2006/main">
            <a:srgbClr val="16243A"/>
          </a:solidFill>
          <a:ln xmlns:a="http://schemas.openxmlformats.org/drawingml/2006/main" w="14288">
            <a:solidFill>
              <a:srgbClr val="45D483"/>
            </a:solidFill>
            <a:prstDash val="solid"/>
          </a:ln>
        </p:spPr>
      </p:sp>
      <p:sp>
        <p:nvSpPr>
          <p:cNvPr id="8" name="">
            <a:extLst xmlns:a="http://schemas.openxmlformats.org/drawingml/2006/main">
              <a:ext uri="{FF2B5EF4-FFF2-40B4-BE49-F238E27FC236}">
                <a16:creationId xmlns:a16="http://schemas.microsoft.com/office/drawing/2014/main" id="{2281F770-5964-4856-8BD1-5C24DDFD646D}"/>
              </a:ext>
            </a:extLst>
          </p:cNvPr>
          <p:cNvSpPr>
            <a:spLocks xmlns:a="http://schemas.openxmlformats.org/drawingml/2006/main" noGrp="1"/>
          </p:cNvSpPr>
          <p:nvPr/>
        </p:nvSpPr>
        <p:spPr>
          <a:xfrm xmlns:a="http://schemas.openxmlformats.org/drawingml/2006/main">
            <a:off x="838200" y="2705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defRPr sz="1350" b="1">
                <a:solidFill>
                  <a:srgbClr val="45D483"/>
                </a:solidFill>
                <a:latin typeface="Aptos"/>
                <a:ea typeface="Aptos"/>
                <a:cs typeface="Aptos"/>
              </a:defRPr>
            </a:defPPr>
            <a:lvl1pPr>
              <a:defRPr sz="1350" b="1">
                <a:solidFill>
                  <a:srgbClr val="45D483"/>
                </a:solidFill>
                <a:latin typeface="Aptos"/>
                <a:ea typeface="Aptos"/>
                <a:cs typeface="Aptos"/>
              </a:defRPr>
            </a:lvl1pPr>
            <a:lvl2pPr>
              <a:defRPr sz="1350" b="1">
                <a:solidFill>
                  <a:srgbClr val="45D483"/>
                </a:solidFill>
                <a:latin typeface="Aptos"/>
                <a:ea typeface="Aptos"/>
                <a:cs typeface="Aptos"/>
              </a:defRPr>
            </a:lvl2pPr>
            <a:lvl3pPr>
              <a:defRPr sz="1350" b="1">
                <a:solidFill>
                  <a:srgbClr val="45D483"/>
                </a:solidFill>
                <a:latin typeface="Aptos"/>
                <a:ea typeface="Aptos"/>
                <a:cs typeface="Aptos"/>
              </a:defRPr>
            </a:lvl3pPr>
            <a:lvl4pPr>
              <a:defRPr sz="1350" b="1">
                <a:solidFill>
                  <a:srgbClr val="45D483"/>
                </a:solidFill>
                <a:latin typeface="Aptos"/>
                <a:ea typeface="Aptos"/>
                <a:cs typeface="Aptos"/>
              </a:defRPr>
            </a:lvl4pPr>
            <a:lvl5pPr>
              <a:defRPr sz="1350" b="1">
                <a:solidFill>
                  <a:srgbClr val="45D483"/>
                </a:solidFill>
                <a:latin typeface="Aptos"/>
                <a:ea typeface="Aptos"/>
                <a:cs typeface="Aptos"/>
              </a:defRPr>
            </a:lvl5pPr>
            <a:lvl6pPr>
              <a:defRPr sz="1350" b="1">
                <a:solidFill>
                  <a:srgbClr val="45D483"/>
                </a:solidFill>
                <a:latin typeface="Aptos"/>
                <a:ea typeface="Aptos"/>
                <a:cs typeface="Aptos"/>
              </a:defRPr>
            </a:lvl6pPr>
            <a:lvl7pPr>
              <a:defRPr sz="1350" b="1">
                <a:solidFill>
                  <a:srgbClr val="45D483"/>
                </a:solidFill>
                <a:latin typeface="Aptos"/>
                <a:ea typeface="Aptos"/>
                <a:cs typeface="Aptos"/>
              </a:defRPr>
            </a:lvl7pPr>
            <a:lvl8pPr>
              <a:defRPr sz="1350" b="1">
                <a:solidFill>
                  <a:srgbClr val="45D483"/>
                </a:solidFill>
                <a:latin typeface="Aptos"/>
                <a:ea typeface="Aptos"/>
                <a:cs typeface="Aptos"/>
              </a:defRPr>
            </a:lvl8pPr>
            <a:lvl9pPr>
              <a:defRPr sz="1350" b="1">
                <a:solidFill>
                  <a:srgbClr val="45D483"/>
                </a:solidFill>
                <a:latin typeface="Aptos"/>
                <a:ea typeface="Aptos"/>
                <a:cs typeface="Aptos"/>
              </a:defRPr>
            </a:lvl9pPr>
          </a:lstStyle>
          <a:p xmlns:a="http://schemas.openxmlformats.org/drawingml/2006/main">
            <a:pPr>
              <a:defRPr sz="1350" b="1">
                <a:solidFill>
                  <a:srgbClr val="45D483"/>
                </a:solidFill>
                <a:latin typeface="Aptos"/>
                <a:ea typeface="Aptos"/>
                <a:cs typeface="Aptos"/>
              </a:defRPr>
            </a:pPr>
            <a:r>
              <a:rPr sz="1350" b="1">
                <a:solidFill>
                  <a:srgbClr val="45D483"/>
                </a:solidFill>
                <a:latin typeface="Aptos"/>
                <a:ea typeface="Aptos"/>
                <a:cs typeface="Aptos"/>
              </a:rPr>
              <a:t>PATROL</a:t>
            </a:r>
          </a:p>
        </p:txBody>
      </p:sp>
      <p:sp>
        <p:nvSpPr>
          <p:cNvPr id="9" name="">
            <a:extLst xmlns:a="http://schemas.openxmlformats.org/drawingml/2006/main">
              <a:ext uri="{FF2B5EF4-FFF2-40B4-BE49-F238E27FC236}">
                <a16:creationId xmlns:a16="http://schemas.microsoft.com/office/drawing/2014/main" id="{A3915E8D-5231-4171-8A68-77A5CA8D3E6D}"/>
              </a:ext>
            </a:extLst>
          </p:cNvPr>
          <p:cNvSpPr>
            <a:spLocks xmlns:a="http://schemas.openxmlformats.org/drawingml/2006/main" noGrp="1"/>
          </p:cNvSpPr>
          <p:nvPr/>
        </p:nvSpPr>
        <p:spPr>
          <a:xfrm xmlns:a="http://schemas.openxmlformats.org/drawingml/2006/main">
            <a:off x="885825" y="3143250"/>
            <a:ext cx="190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350" b="0">
                <a:solidFill>
                  <a:srgbClr val="F5F7FB"/>
                </a:solidFill>
                <a:latin typeface="Aptos"/>
                <a:ea typeface="Aptos"/>
                <a:cs typeface="Aptos"/>
              </a:defRPr>
            </a:defPPr>
            <a:lvl1pPr>
              <a:defRPr sz="1350" b="0">
                <a:solidFill>
                  <a:srgbClr val="F5F7FB"/>
                </a:solidFill>
                <a:latin typeface="Aptos"/>
                <a:ea typeface="Aptos"/>
                <a:cs typeface="Aptos"/>
              </a:defRPr>
            </a:lvl1pPr>
            <a:lvl2pPr>
              <a:defRPr sz="1350" b="0">
                <a:solidFill>
                  <a:srgbClr val="F5F7FB"/>
                </a:solidFill>
                <a:latin typeface="Aptos"/>
                <a:ea typeface="Aptos"/>
                <a:cs typeface="Aptos"/>
              </a:defRPr>
            </a:lvl2pPr>
            <a:lvl3pPr>
              <a:defRPr sz="1350" b="0">
                <a:solidFill>
                  <a:srgbClr val="F5F7FB"/>
                </a:solidFill>
                <a:latin typeface="Aptos"/>
                <a:ea typeface="Aptos"/>
                <a:cs typeface="Aptos"/>
              </a:defRPr>
            </a:lvl3pPr>
            <a:lvl4pPr>
              <a:defRPr sz="1350" b="0">
                <a:solidFill>
                  <a:srgbClr val="F5F7FB"/>
                </a:solidFill>
                <a:latin typeface="Aptos"/>
                <a:ea typeface="Aptos"/>
                <a:cs typeface="Aptos"/>
              </a:defRPr>
            </a:lvl4pPr>
            <a:lvl5pPr>
              <a:defRPr sz="1350" b="0">
                <a:solidFill>
                  <a:srgbClr val="F5F7FB"/>
                </a:solidFill>
                <a:latin typeface="Aptos"/>
                <a:ea typeface="Aptos"/>
                <a:cs typeface="Aptos"/>
              </a:defRPr>
            </a:lvl5pPr>
            <a:lvl6pPr>
              <a:defRPr sz="1350" b="0">
                <a:solidFill>
                  <a:srgbClr val="F5F7FB"/>
                </a:solidFill>
                <a:latin typeface="Aptos"/>
                <a:ea typeface="Aptos"/>
                <a:cs typeface="Aptos"/>
              </a:defRPr>
            </a:lvl6pPr>
            <a:lvl7pPr>
              <a:defRPr sz="1350" b="0">
                <a:solidFill>
                  <a:srgbClr val="F5F7FB"/>
                </a:solidFill>
                <a:latin typeface="Aptos"/>
                <a:ea typeface="Aptos"/>
                <a:cs typeface="Aptos"/>
              </a:defRPr>
            </a:lvl7pPr>
            <a:lvl8pPr>
              <a:defRPr sz="1350" b="0">
                <a:solidFill>
                  <a:srgbClr val="F5F7FB"/>
                </a:solidFill>
                <a:latin typeface="Aptos"/>
                <a:ea typeface="Aptos"/>
                <a:cs typeface="Aptos"/>
              </a:defRPr>
            </a:lvl8pPr>
            <a:lvl9pPr>
              <a:defRPr sz="1350" b="0">
                <a:solidFill>
                  <a:srgbClr val="F5F7FB"/>
                </a:solidFill>
                <a:latin typeface="Aptos"/>
                <a:ea typeface="Aptos"/>
                <a:cs typeface="Aptos"/>
              </a:defRPr>
            </a:lvl9pPr>
          </a:lstStyle>
          <a:p xmlns:a="http://schemas.openxmlformats.org/drawingml/2006/main">
            <a:pPr>
              <a:defRPr sz="1350" b="0">
                <a:solidFill>
                  <a:srgbClr val="F5F7FB"/>
                </a:solidFill>
                <a:latin typeface="Aptos"/>
                <a:ea typeface="Aptos"/>
                <a:cs typeface="Aptos"/>
              </a:defRPr>
            </a:pPr>
            <a:r>
              <a:rPr sz="1350" b="0">
                <a:solidFill>
                  <a:srgbClr val="F5F7FB"/>
                </a:solidFill>
                <a:latin typeface="Aptos"/>
                <a:ea typeface="Aptos"/>
                <a:cs typeface="Aptos"/>
              </a:rPr>
              <a:t>Wall and ledge probes</a:t>
            </a:r>
          </a:p>
        </p:txBody>
      </p:sp>
      <p:sp>
        <p:nvSpPr>
          <p:cNvPr id="10" name="">
            <a:extLst xmlns:a="http://schemas.openxmlformats.org/drawingml/2006/main">
              <a:ext uri="{FF2B5EF4-FFF2-40B4-BE49-F238E27FC236}">
                <a16:creationId xmlns:a16="http://schemas.microsoft.com/office/drawing/2014/main" id="{2C4088E7-30CD-4805-865E-602A799B8C48}"/>
              </a:ext>
            </a:extLst>
          </p:cNvPr>
          <p:cNvSpPr>
            <a:spLocks xmlns:a="http://schemas.openxmlformats.org/drawingml/2006/main" noGrp="1"/>
          </p:cNvSpPr>
          <p:nvPr/>
        </p:nvSpPr>
        <p:spPr>
          <a:xfrm xmlns:a="http://schemas.openxmlformats.org/drawingml/2006/main">
            <a:off x="3028950" y="3162300"/>
            <a:ext cx="428625" cy="3810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00B595B-E72D-46D6-A543-154A22D8ABF4}"/>
              </a:ext>
            </a:extLst>
          </p:cNvPr>
          <p:cNvSpPr>
            <a:spLocks xmlns:a="http://schemas.openxmlformats.org/drawingml/2006/main" noGrp="1"/>
          </p:cNvSpPr>
          <p:nvPr/>
        </p:nvSpPr>
        <p:spPr>
          <a:xfrm xmlns:a="http://schemas.openxmlformats.org/drawingml/2006/main">
            <a:off x="3457575" y="2476500"/>
            <a:ext cx="2381250" cy="1428750"/>
          </a:xfrm>
          <a:prstGeom xmlns:a="http://schemas.openxmlformats.org/drawingml/2006/main" prst="roundRect">
            <a:avLst>
              <a:gd name="adj" fmla="val 8000"/>
            </a:avLst>
          </a:prstGeom>
          <a:solidFill xmlns:a="http://schemas.openxmlformats.org/drawingml/2006/main">
            <a:srgbClr val="16243A"/>
          </a:solidFill>
          <a:ln xmlns:a="http://schemas.openxmlformats.org/drawingml/2006/main" w="14288">
            <a:solidFill>
              <a:srgbClr val="4BA7FF"/>
            </a:solidFill>
            <a:prstDash val="solid"/>
          </a:ln>
        </p:spPr>
      </p:sp>
      <p:sp>
        <p:nvSpPr>
          <p:cNvPr id="12" name="">
            <a:extLst xmlns:a="http://schemas.openxmlformats.org/drawingml/2006/main">
              <a:ext uri="{FF2B5EF4-FFF2-40B4-BE49-F238E27FC236}">
                <a16:creationId xmlns:a16="http://schemas.microsoft.com/office/drawing/2014/main" id="{452DBDD0-1741-4DA9-B2D4-5E33881A1573}"/>
              </a:ext>
            </a:extLst>
          </p:cNvPr>
          <p:cNvSpPr>
            <a:spLocks xmlns:a="http://schemas.openxmlformats.org/drawingml/2006/main" noGrp="1"/>
          </p:cNvSpPr>
          <p:nvPr/>
        </p:nvSpPr>
        <p:spPr>
          <a:xfrm xmlns:a="http://schemas.openxmlformats.org/drawingml/2006/main">
            <a:off x="3648075" y="2705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defRPr sz="1350" b="1">
                <a:solidFill>
                  <a:srgbClr val="4BA7FF"/>
                </a:solidFill>
                <a:latin typeface="Aptos"/>
                <a:ea typeface="Aptos"/>
                <a:cs typeface="Aptos"/>
              </a:defRPr>
            </a:defPPr>
            <a:lvl1pPr>
              <a:defRPr sz="1350" b="1">
                <a:solidFill>
                  <a:srgbClr val="4BA7FF"/>
                </a:solidFill>
                <a:latin typeface="Aptos"/>
                <a:ea typeface="Aptos"/>
                <a:cs typeface="Aptos"/>
              </a:defRPr>
            </a:lvl1pPr>
            <a:lvl2pPr>
              <a:defRPr sz="1350" b="1">
                <a:solidFill>
                  <a:srgbClr val="4BA7FF"/>
                </a:solidFill>
                <a:latin typeface="Aptos"/>
                <a:ea typeface="Aptos"/>
                <a:cs typeface="Aptos"/>
              </a:defRPr>
            </a:lvl2pPr>
            <a:lvl3pPr>
              <a:defRPr sz="1350" b="1">
                <a:solidFill>
                  <a:srgbClr val="4BA7FF"/>
                </a:solidFill>
                <a:latin typeface="Aptos"/>
                <a:ea typeface="Aptos"/>
                <a:cs typeface="Aptos"/>
              </a:defRPr>
            </a:lvl3pPr>
            <a:lvl4pPr>
              <a:defRPr sz="1350" b="1">
                <a:solidFill>
                  <a:srgbClr val="4BA7FF"/>
                </a:solidFill>
                <a:latin typeface="Aptos"/>
                <a:ea typeface="Aptos"/>
                <a:cs typeface="Aptos"/>
              </a:defRPr>
            </a:lvl4pPr>
            <a:lvl5pPr>
              <a:defRPr sz="1350" b="1">
                <a:solidFill>
                  <a:srgbClr val="4BA7FF"/>
                </a:solidFill>
                <a:latin typeface="Aptos"/>
                <a:ea typeface="Aptos"/>
                <a:cs typeface="Aptos"/>
              </a:defRPr>
            </a:lvl5pPr>
            <a:lvl6pPr>
              <a:defRPr sz="1350" b="1">
                <a:solidFill>
                  <a:srgbClr val="4BA7FF"/>
                </a:solidFill>
                <a:latin typeface="Aptos"/>
                <a:ea typeface="Aptos"/>
                <a:cs typeface="Aptos"/>
              </a:defRPr>
            </a:lvl6pPr>
            <a:lvl7pPr>
              <a:defRPr sz="1350" b="1">
                <a:solidFill>
                  <a:srgbClr val="4BA7FF"/>
                </a:solidFill>
                <a:latin typeface="Aptos"/>
                <a:ea typeface="Aptos"/>
                <a:cs typeface="Aptos"/>
              </a:defRPr>
            </a:lvl7pPr>
            <a:lvl8pPr>
              <a:defRPr sz="1350" b="1">
                <a:solidFill>
                  <a:srgbClr val="4BA7FF"/>
                </a:solidFill>
                <a:latin typeface="Aptos"/>
                <a:ea typeface="Aptos"/>
                <a:cs typeface="Aptos"/>
              </a:defRPr>
            </a:lvl8pPr>
            <a:lvl9pPr>
              <a:defRPr sz="1350" b="1">
                <a:solidFill>
                  <a:srgbClr val="4BA7FF"/>
                </a:solidFill>
                <a:latin typeface="Aptos"/>
                <a:ea typeface="Aptos"/>
                <a:cs typeface="Aptos"/>
              </a:defRPr>
            </a:lvl9pPr>
          </a:lstStyle>
          <a:p xmlns:a="http://schemas.openxmlformats.org/drawingml/2006/main">
            <a:pPr>
              <a:defRPr sz="1350" b="1">
                <a:solidFill>
                  <a:srgbClr val="4BA7FF"/>
                </a:solidFill>
                <a:latin typeface="Aptos"/>
                <a:ea typeface="Aptos"/>
                <a:cs typeface="Aptos"/>
              </a:defRPr>
            </a:pPr>
            <a:r>
              <a:rPr sz="1350" b="1">
                <a:solidFill>
                  <a:srgbClr val="4BA7FF"/>
                </a:solidFill>
                <a:latin typeface="Aptos"/>
                <a:ea typeface="Aptos"/>
                <a:cs typeface="Aptos"/>
              </a:rPr>
              <a:t>DETECT</a:t>
            </a:r>
          </a:p>
        </p:txBody>
      </p:sp>
      <p:sp>
        <p:nvSpPr>
          <p:cNvPr id="13" name="">
            <a:extLst xmlns:a="http://schemas.openxmlformats.org/drawingml/2006/main">
              <a:ext uri="{FF2B5EF4-FFF2-40B4-BE49-F238E27FC236}">
                <a16:creationId xmlns:a16="http://schemas.microsoft.com/office/drawing/2014/main" id="{3DAD0BF4-1A5B-4438-BA32-92D176B377B9}"/>
              </a:ext>
            </a:extLst>
          </p:cNvPr>
          <p:cNvSpPr>
            <a:spLocks xmlns:a="http://schemas.openxmlformats.org/drawingml/2006/main" noGrp="1"/>
          </p:cNvSpPr>
          <p:nvPr/>
        </p:nvSpPr>
        <p:spPr>
          <a:xfrm xmlns:a="http://schemas.openxmlformats.org/drawingml/2006/main">
            <a:off x="3695700" y="3143250"/>
            <a:ext cx="190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350" b="0">
                <a:solidFill>
                  <a:srgbClr val="F5F7FB"/>
                </a:solidFill>
                <a:latin typeface="Aptos"/>
                <a:ea typeface="Aptos"/>
                <a:cs typeface="Aptos"/>
              </a:defRPr>
            </a:defPPr>
            <a:lvl1pPr>
              <a:defRPr sz="1350" b="0">
                <a:solidFill>
                  <a:srgbClr val="F5F7FB"/>
                </a:solidFill>
                <a:latin typeface="Aptos"/>
                <a:ea typeface="Aptos"/>
                <a:cs typeface="Aptos"/>
              </a:defRPr>
            </a:lvl1pPr>
            <a:lvl2pPr>
              <a:defRPr sz="1350" b="0">
                <a:solidFill>
                  <a:srgbClr val="F5F7FB"/>
                </a:solidFill>
                <a:latin typeface="Aptos"/>
                <a:ea typeface="Aptos"/>
                <a:cs typeface="Aptos"/>
              </a:defRPr>
            </a:lvl2pPr>
            <a:lvl3pPr>
              <a:defRPr sz="1350" b="0">
                <a:solidFill>
                  <a:srgbClr val="F5F7FB"/>
                </a:solidFill>
                <a:latin typeface="Aptos"/>
                <a:ea typeface="Aptos"/>
                <a:cs typeface="Aptos"/>
              </a:defRPr>
            </a:lvl3pPr>
            <a:lvl4pPr>
              <a:defRPr sz="1350" b="0">
                <a:solidFill>
                  <a:srgbClr val="F5F7FB"/>
                </a:solidFill>
                <a:latin typeface="Aptos"/>
                <a:ea typeface="Aptos"/>
                <a:cs typeface="Aptos"/>
              </a:defRPr>
            </a:lvl4pPr>
            <a:lvl5pPr>
              <a:defRPr sz="1350" b="0">
                <a:solidFill>
                  <a:srgbClr val="F5F7FB"/>
                </a:solidFill>
                <a:latin typeface="Aptos"/>
                <a:ea typeface="Aptos"/>
                <a:cs typeface="Aptos"/>
              </a:defRPr>
            </a:lvl5pPr>
            <a:lvl6pPr>
              <a:defRPr sz="1350" b="0">
                <a:solidFill>
                  <a:srgbClr val="F5F7FB"/>
                </a:solidFill>
                <a:latin typeface="Aptos"/>
                <a:ea typeface="Aptos"/>
                <a:cs typeface="Aptos"/>
              </a:defRPr>
            </a:lvl6pPr>
            <a:lvl7pPr>
              <a:defRPr sz="1350" b="0">
                <a:solidFill>
                  <a:srgbClr val="F5F7FB"/>
                </a:solidFill>
                <a:latin typeface="Aptos"/>
                <a:ea typeface="Aptos"/>
                <a:cs typeface="Aptos"/>
              </a:defRPr>
            </a:lvl7pPr>
            <a:lvl8pPr>
              <a:defRPr sz="1350" b="0">
                <a:solidFill>
                  <a:srgbClr val="F5F7FB"/>
                </a:solidFill>
                <a:latin typeface="Aptos"/>
                <a:ea typeface="Aptos"/>
                <a:cs typeface="Aptos"/>
              </a:defRPr>
            </a:lvl8pPr>
            <a:lvl9pPr>
              <a:defRPr sz="1350" b="0">
                <a:solidFill>
                  <a:srgbClr val="F5F7FB"/>
                </a:solidFill>
                <a:latin typeface="Aptos"/>
                <a:ea typeface="Aptos"/>
                <a:cs typeface="Aptos"/>
              </a:defRPr>
            </a:lvl9pPr>
          </a:lstStyle>
          <a:p xmlns:a="http://schemas.openxmlformats.org/drawingml/2006/main">
            <a:pPr>
              <a:defRPr sz="1350" b="0">
                <a:solidFill>
                  <a:srgbClr val="F5F7FB"/>
                </a:solidFill>
                <a:latin typeface="Aptos"/>
                <a:ea typeface="Aptos"/>
                <a:cs typeface="Aptos"/>
              </a:defRPr>
            </a:pPr>
            <a:r>
              <a:rPr sz="1350" b="0">
                <a:solidFill>
                  <a:srgbClr val="F5F7FB"/>
                </a:solidFill>
                <a:latin typeface="Aptos"/>
                <a:ea typeface="Aptos"/>
                <a:cs typeface="Aptos"/>
              </a:rPr>
              <a:t>Range with hysteresis</a:t>
            </a:r>
          </a:p>
        </p:txBody>
      </p:sp>
      <p:sp>
        <p:nvSpPr>
          <p:cNvPr id="14" name="">
            <a:extLst xmlns:a="http://schemas.openxmlformats.org/drawingml/2006/main">
              <a:ext uri="{FF2B5EF4-FFF2-40B4-BE49-F238E27FC236}">
                <a16:creationId xmlns:a16="http://schemas.microsoft.com/office/drawing/2014/main" id="{8D7DD761-1222-4909-B1E5-A08B675C50F0}"/>
              </a:ext>
            </a:extLst>
          </p:cNvPr>
          <p:cNvSpPr>
            <a:spLocks xmlns:a="http://schemas.openxmlformats.org/drawingml/2006/main" noGrp="1"/>
          </p:cNvSpPr>
          <p:nvPr/>
        </p:nvSpPr>
        <p:spPr>
          <a:xfrm xmlns:a="http://schemas.openxmlformats.org/drawingml/2006/main">
            <a:off x="5838825" y="3162300"/>
            <a:ext cx="428625" cy="3810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33AA59-B810-4D26-AEA6-49B35307E858}"/>
              </a:ext>
            </a:extLst>
          </p:cNvPr>
          <p:cNvSpPr>
            <a:spLocks xmlns:a="http://schemas.openxmlformats.org/drawingml/2006/main" noGrp="1"/>
          </p:cNvSpPr>
          <p:nvPr/>
        </p:nvSpPr>
        <p:spPr>
          <a:xfrm xmlns:a="http://schemas.openxmlformats.org/drawingml/2006/main">
            <a:off x="6267450" y="2476500"/>
            <a:ext cx="2381250" cy="1428750"/>
          </a:xfrm>
          <a:prstGeom xmlns:a="http://schemas.openxmlformats.org/drawingml/2006/main" prst="roundRect">
            <a:avLst>
              <a:gd name="adj" fmla="val 8000"/>
            </a:avLst>
          </a:prstGeom>
          <a:solidFill xmlns:a="http://schemas.openxmlformats.org/drawingml/2006/main">
            <a:srgbClr val="16243A"/>
          </a:solidFill>
          <a:ln xmlns:a="http://schemas.openxmlformats.org/drawingml/2006/main" w="14288">
            <a:solidFill>
              <a:srgbClr val="FFC857"/>
            </a:solidFill>
            <a:prstDash val="solid"/>
          </a:ln>
        </p:spPr>
      </p:sp>
      <p:sp>
        <p:nvSpPr>
          <p:cNvPr id="16" name="">
            <a:extLst xmlns:a="http://schemas.openxmlformats.org/drawingml/2006/main">
              <a:ext uri="{FF2B5EF4-FFF2-40B4-BE49-F238E27FC236}">
                <a16:creationId xmlns:a16="http://schemas.microsoft.com/office/drawing/2014/main" id="{D3B8BB5A-FC7B-413E-989B-876E06BC93DF}"/>
              </a:ext>
            </a:extLst>
          </p:cNvPr>
          <p:cNvSpPr>
            <a:spLocks xmlns:a="http://schemas.openxmlformats.org/drawingml/2006/main" noGrp="1"/>
          </p:cNvSpPr>
          <p:nvPr/>
        </p:nvSpPr>
        <p:spPr>
          <a:xfrm xmlns:a="http://schemas.openxmlformats.org/drawingml/2006/main">
            <a:off x="6457950" y="2705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defRPr sz="1350" b="1">
                <a:solidFill>
                  <a:srgbClr val="FFC857"/>
                </a:solidFill>
                <a:latin typeface="Aptos"/>
                <a:ea typeface="Aptos"/>
                <a:cs typeface="Aptos"/>
              </a:defRPr>
            </a:defPPr>
            <a:lvl1pPr>
              <a:defRPr sz="1350" b="1">
                <a:solidFill>
                  <a:srgbClr val="FFC857"/>
                </a:solidFill>
                <a:latin typeface="Aptos"/>
                <a:ea typeface="Aptos"/>
                <a:cs typeface="Aptos"/>
              </a:defRPr>
            </a:lvl1pPr>
            <a:lvl2pPr>
              <a:defRPr sz="1350" b="1">
                <a:solidFill>
                  <a:srgbClr val="FFC857"/>
                </a:solidFill>
                <a:latin typeface="Aptos"/>
                <a:ea typeface="Aptos"/>
                <a:cs typeface="Aptos"/>
              </a:defRPr>
            </a:lvl2pPr>
            <a:lvl3pPr>
              <a:defRPr sz="1350" b="1">
                <a:solidFill>
                  <a:srgbClr val="FFC857"/>
                </a:solidFill>
                <a:latin typeface="Aptos"/>
                <a:ea typeface="Aptos"/>
                <a:cs typeface="Aptos"/>
              </a:defRPr>
            </a:lvl3pPr>
            <a:lvl4pPr>
              <a:defRPr sz="1350" b="1">
                <a:solidFill>
                  <a:srgbClr val="FFC857"/>
                </a:solidFill>
                <a:latin typeface="Aptos"/>
                <a:ea typeface="Aptos"/>
                <a:cs typeface="Aptos"/>
              </a:defRPr>
            </a:lvl4pPr>
            <a:lvl5pPr>
              <a:defRPr sz="1350" b="1">
                <a:solidFill>
                  <a:srgbClr val="FFC857"/>
                </a:solidFill>
                <a:latin typeface="Aptos"/>
                <a:ea typeface="Aptos"/>
                <a:cs typeface="Aptos"/>
              </a:defRPr>
            </a:lvl5pPr>
            <a:lvl6pPr>
              <a:defRPr sz="1350" b="1">
                <a:solidFill>
                  <a:srgbClr val="FFC857"/>
                </a:solidFill>
                <a:latin typeface="Aptos"/>
                <a:ea typeface="Aptos"/>
                <a:cs typeface="Aptos"/>
              </a:defRPr>
            </a:lvl6pPr>
            <a:lvl7pPr>
              <a:defRPr sz="1350" b="1">
                <a:solidFill>
                  <a:srgbClr val="FFC857"/>
                </a:solidFill>
                <a:latin typeface="Aptos"/>
                <a:ea typeface="Aptos"/>
                <a:cs typeface="Aptos"/>
              </a:defRPr>
            </a:lvl7pPr>
            <a:lvl8pPr>
              <a:defRPr sz="1350" b="1">
                <a:solidFill>
                  <a:srgbClr val="FFC857"/>
                </a:solidFill>
                <a:latin typeface="Aptos"/>
                <a:ea typeface="Aptos"/>
                <a:cs typeface="Aptos"/>
              </a:defRPr>
            </a:lvl8pPr>
            <a:lvl9pPr>
              <a:defRPr sz="1350" b="1">
                <a:solidFill>
                  <a:srgbClr val="FFC857"/>
                </a:solidFill>
                <a:latin typeface="Aptos"/>
                <a:ea typeface="Aptos"/>
                <a:cs typeface="Aptos"/>
              </a:defRPr>
            </a:lvl9pPr>
          </a:lstStyle>
          <a:p xmlns:a="http://schemas.openxmlformats.org/drawingml/2006/main">
            <a:pPr>
              <a:defRPr sz="1350" b="1">
                <a:solidFill>
                  <a:srgbClr val="FFC857"/>
                </a:solidFill>
                <a:latin typeface="Aptos"/>
                <a:ea typeface="Aptos"/>
                <a:cs typeface="Aptos"/>
              </a:defRPr>
            </a:pPr>
            <a:r>
              <a:rPr sz="1350" b="1">
                <a:solidFill>
                  <a:srgbClr val="FFC857"/>
                </a:solidFill>
                <a:latin typeface="Aptos"/>
                <a:ea typeface="Aptos"/>
                <a:cs typeface="Aptos"/>
              </a:rPr>
              <a:t>CHASE</a:t>
            </a:r>
          </a:p>
        </p:txBody>
      </p:sp>
      <p:sp>
        <p:nvSpPr>
          <p:cNvPr id="17" name="">
            <a:extLst xmlns:a="http://schemas.openxmlformats.org/drawingml/2006/main">
              <a:ext uri="{FF2B5EF4-FFF2-40B4-BE49-F238E27FC236}">
                <a16:creationId xmlns:a16="http://schemas.microsoft.com/office/drawing/2014/main" id="{24074A74-6459-4311-AE5D-5ACA492A03D3}"/>
              </a:ext>
            </a:extLst>
          </p:cNvPr>
          <p:cNvSpPr>
            <a:spLocks xmlns:a="http://schemas.openxmlformats.org/drawingml/2006/main" noGrp="1"/>
          </p:cNvSpPr>
          <p:nvPr/>
        </p:nvSpPr>
        <p:spPr>
          <a:xfrm xmlns:a="http://schemas.openxmlformats.org/drawingml/2006/main">
            <a:off x="6505575" y="3143250"/>
            <a:ext cx="190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350" b="0">
                <a:solidFill>
                  <a:srgbClr val="F5F7FB"/>
                </a:solidFill>
                <a:latin typeface="Aptos"/>
                <a:ea typeface="Aptos"/>
                <a:cs typeface="Aptos"/>
              </a:defRPr>
            </a:defPPr>
            <a:lvl1pPr>
              <a:defRPr sz="1350" b="0">
                <a:solidFill>
                  <a:srgbClr val="F5F7FB"/>
                </a:solidFill>
                <a:latin typeface="Aptos"/>
                <a:ea typeface="Aptos"/>
                <a:cs typeface="Aptos"/>
              </a:defRPr>
            </a:lvl1pPr>
            <a:lvl2pPr>
              <a:defRPr sz="1350" b="0">
                <a:solidFill>
                  <a:srgbClr val="F5F7FB"/>
                </a:solidFill>
                <a:latin typeface="Aptos"/>
                <a:ea typeface="Aptos"/>
                <a:cs typeface="Aptos"/>
              </a:defRPr>
            </a:lvl2pPr>
            <a:lvl3pPr>
              <a:defRPr sz="1350" b="0">
                <a:solidFill>
                  <a:srgbClr val="F5F7FB"/>
                </a:solidFill>
                <a:latin typeface="Aptos"/>
                <a:ea typeface="Aptos"/>
                <a:cs typeface="Aptos"/>
              </a:defRPr>
            </a:lvl3pPr>
            <a:lvl4pPr>
              <a:defRPr sz="1350" b="0">
                <a:solidFill>
                  <a:srgbClr val="F5F7FB"/>
                </a:solidFill>
                <a:latin typeface="Aptos"/>
                <a:ea typeface="Aptos"/>
                <a:cs typeface="Aptos"/>
              </a:defRPr>
            </a:lvl4pPr>
            <a:lvl5pPr>
              <a:defRPr sz="1350" b="0">
                <a:solidFill>
                  <a:srgbClr val="F5F7FB"/>
                </a:solidFill>
                <a:latin typeface="Aptos"/>
                <a:ea typeface="Aptos"/>
                <a:cs typeface="Aptos"/>
              </a:defRPr>
            </a:lvl5pPr>
            <a:lvl6pPr>
              <a:defRPr sz="1350" b="0">
                <a:solidFill>
                  <a:srgbClr val="F5F7FB"/>
                </a:solidFill>
                <a:latin typeface="Aptos"/>
                <a:ea typeface="Aptos"/>
                <a:cs typeface="Aptos"/>
              </a:defRPr>
            </a:lvl6pPr>
            <a:lvl7pPr>
              <a:defRPr sz="1350" b="0">
                <a:solidFill>
                  <a:srgbClr val="F5F7FB"/>
                </a:solidFill>
                <a:latin typeface="Aptos"/>
                <a:ea typeface="Aptos"/>
                <a:cs typeface="Aptos"/>
              </a:defRPr>
            </a:lvl7pPr>
            <a:lvl8pPr>
              <a:defRPr sz="1350" b="0">
                <a:solidFill>
                  <a:srgbClr val="F5F7FB"/>
                </a:solidFill>
                <a:latin typeface="Aptos"/>
                <a:ea typeface="Aptos"/>
                <a:cs typeface="Aptos"/>
              </a:defRPr>
            </a:lvl8pPr>
            <a:lvl9pPr>
              <a:defRPr sz="1350" b="0">
                <a:solidFill>
                  <a:srgbClr val="F5F7FB"/>
                </a:solidFill>
                <a:latin typeface="Aptos"/>
                <a:ea typeface="Aptos"/>
                <a:cs typeface="Aptos"/>
              </a:defRPr>
            </a:lvl9pPr>
          </a:lstStyle>
          <a:p xmlns:a="http://schemas.openxmlformats.org/drawingml/2006/main">
            <a:pPr>
              <a:defRPr sz="1350" b="0">
                <a:solidFill>
                  <a:srgbClr val="F5F7FB"/>
                </a:solidFill>
                <a:latin typeface="Aptos"/>
                <a:ea typeface="Aptos"/>
                <a:cs typeface="Aptos"/>
              </a:defRPr>
            </a:pPr>
            <a:r>
              <a:rPr sz="1350" b="0">
                <a:solidFill>
                  <a:srgbClr val="F5F7FB"/>
                </a:solidFill>
                <a:latin typeface="Aptos"/>
                <a:ea typeface="Aptos"/>
                <a:cs typeface="Aptos"/>
              </a:rPr>
              <a:t>Move toward assignment</a:t>
            </a:r>
          </a:p>
        </p:txBody>
      </p:sp>
      <p:sp>
        <p:nvSpPr>
          <p:cNvPr id="18" name="">
            <a:extLst xmlns:a="http://schemas.openxmlformats.org/drawingml/2006/main">
              <a:ext uri="{FF2B5EF4-FFF2-40B4-BE49-F238E27FC236}">
                <a16:creationId xmlns:a16="http://schemas.microsoft.com/office/drawing/2014/main" id="{85BAF667-EABE-44FD-80FD-65DCCA444C93}"/>
              </a:ext>
            </a:extLst>
          </p:cNvPr>
          <p:cNvSpPr>
            <a:spLocks xmlns:a="http://schemas.openxmlformats.org/drawingml/2006/main" noGrp="1"/>
          </p:cNvSpPr>
          <p:nvPr/>
        </p:nvSpPr>
        <p:spPr>
          <a:xfrm xmlns:a="http://schemas.openxmlformats.org/drawingml/2006/main">
            <a:off x="8648700" y="3162300"/>
            <a:ext cx="428625" cy="3810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15D373A-F8CE-4CC7-82BF-9D325811F646}"/>
              </a:ext>
            </a:extLst>
          </p:cNvPr>
          <p:cNvSpPr>
            <a:spLocks xmlns:a="http://schemas.openxmlformats.org/drawingml/2006/main" noGrp="1"/>
          </p:cNvSpPr>
          <p:nvPr/>
        </p:nvSpPr>
        <p:spPr>
          <a:xfrm xmlns:a="http://schemas.openxmlformats.org/drawingml/2006/main">
            <a:off x="9077325" y="2476500"/>
            <a:ext cx="2381250" cy="1428750"/>
          </a:xfrm>
          <a:prstGeom xmlns:a="http://schemas.openxmlformats.org/drawingml/2006/main" prst="roundRect">
            <a:avLst>
              <a:gd name="adj" fmla="val 8000"/>
            </a:avLst>
          </a:prstGeom>
          <a:solidFill xmlns:a="http://schemas.openxmlformats.org/drawingml/2006/main">
            <a:srgbClr val="16243A"/>
          </a:solidFill>
          <a:ln xmlns:a="http://schemas.openxmlformats.org/drawingml/2006/main" w="14288">
            <a:solidFill>
              <a:srgbClr val="F04E5E"/>
            </a:solidFill>
            <a:prstDash val="solid"/>
          </a:ln>
        </p:spPr>
      </p:sp>
      <p:sp>
        <p:nvSpPr>
          <p:cNvPr id="20" name="">
            <a:extLst xmlns:a="http://schemas.openxmlformats.org/drawingml/2006/main">
              <a:ext uri="{FF2B5EF4-FFF2-40B4-BE49-F238E27FC236}">
                <a16:creationId xmlns:a16="http://schemas.microsoft.com/office/drawing/2014/main" id="{1614358E-9C6A-4439-8752-2F0CF69B9BF6}"/>
              </a:ext>
            </a:extLst>
          </p:cNvPr>
          <p:cNvSpPr>
            <a:spLocks xmlns:a="http://schemas.openxmlformats.org/drawingml/2006/main" noGrp="1"/>
          </p:cNvSpPr>
          <p:nvPr/>
        </p:nvSpPr>
        <p:spPr>
          <a:xfrm xmlns:a="http://schemas.openxmlformats.org/drawingml/2006/main">
            <a:off x="9267825" y="2705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defRPr sz="1350" b="1">
                <a:solidFill>
                  <a:srgbClr val="F04E5E"/>
                </a:solidFill>
                <a:latin typeface="Aptos"/>
                <a:ea typeface="Aptos"/>
                <a:cs typeface="Aptos"/>
              </a:defRPr>
            </a:defPPr>
            <a:lvl1pPr>
              <a:defRPr sz="1350" b="1">
                <a:solidFill>
                  <a:srgbClr val="F04E5E"/>
                </a:solidFill>
                <a:latin typeface="Aptos"/>
                <a:ea typeface="Aptos"/>
                <a:cs typeface="Aptos"/>
              </a:defRPr>
            </a:lvl1pPr>
            <a:lvl2pPr>
              <a:defRPr sz="1350" b="1">
                <a:solidFill>
                  <a:srgbClr val="F04E5E"/>
                </a:solidFill>
                <a:latin typeface="Aptos"/>
                <a:ea typeface="Aptos"/>
                <a:cs typeface="Aptos"/>
              </a:defRPr>
            </a:lvl2pPr>
            <a:lvl3pPr>
              <a:defRPr sz="1350" b="1">
                <a:solidFill>
                  <a:srgbClr val="F04E5E"/>
                </a:solidFill>
                <a:latin typeface="Aptos"/>
                <a:ea typeface="Aptos"/>
                <a:cs typeface="Aptos"/>
              </a:defRPr>
            </a:lvl3pPr>
            <a:lvl4pPr>
              <a:defRPr sz="1350" b="1">
                <a:solidFill>
                  <a:srgbClr val="F04E5E"/>
                </a:solidFill>
                <a:latin typeface="Aptos"/>
                <a:ea typeface="Aptos"/>
                <a:cs typeface="Aptos"/>
              </a:defRPr>
            </a:lvl4pPr>
            <a:lvl5pPr>
              <a:defRPr sz="1350" b="1">
                <a:solidFill>
                  <a:srgbClr val="F04E5E"/>
                </a:solidFill>
                <a:latin typeface="Aptos"/>
                <a:ea typeface="Aptos"/>
                <a:cs typeface="Aptos"/>
              </a:defRPr>
            </a:lvl5pPr>
            <a:lvl6pPr>
              <a:defRPr sz="1350" b="1">
                <a:solidFill>
                  <a:srgbClr val="F04E5E"/>
                </a:solidFill>
                <a:latin typeface="Aptos"/>
                <a:ea typeface="Aptos"/>
                <a:cs typeface="Aptos"/>
              </a:defRPr>
            </a:lvl6pPr>
            <a:lvl7pPr>
              <a:defRPr sz="1350" b="1">
                <a:solidFill>
                  <a:srgbClr val="F04E5E"/>
                </a:solidFill>
                <a:latin typeface="Aptos"/>
                <a:ea typeface="Aptos"/>
                <a:cs typeface="Aptos"/>
              </a:defRPr>
            </a:lvl7pPr>
            <a:lvl8pPr>
              <a:defRPr sz="1350" b="1">
                <a:solidFill>
                  <a:srgbClr val="F04E5E"/>
                </a:solidFill>
                <a:latin typeface="Aptos"/>
                <a:ea typeface="Aptos"/>
                <a:cs typeface="Aptos"/>
              </a:defRPr>
            </a:lvl8pPr>
            <a:lvl9pPr>
              <a:defRPr sz="1350" b="1">
                <a:solidFill>
                  <a:srgbClr val="F04E5E"/>
                </a:solidFill>
                <a:latin typeface="Aptos"/>
                <a:ea typeface="Aptos"/>
                <a:cs typeface="Aptos"/>
              </a:defRPr>
            </a:lvl9pPr>
          </a:lstStyle>
          <a:p xmlns:a="http://schemas.openxmlformats.org/drawingml/2006/main">
            <a:pPr>
              <a:defRPr sz="1350" b="1">
                <a:solidFill>
                  <a:srgbClr val="F04E5E"/>
                </a:solidFill>
                <a:latin typeface="Aptos"/>
                <a:ea typeface="Aptos"/>
                <a:cs typeface="Aptos"/>
              </a:defRPr>
            </a:pPr>
            <a:r>
              <a:rPr sz="1350" b="1">
                <a:solidFill>
                  <a:srgbClr val="F04E5E"/>
                </a:solidFill>
                <a:latin typeface="Aptos"/>
                <a:ea typeface="Aptos"/>
                <a:cs typeface="Aptos"/>
              </a:rPr>
              <a:t>ATTACK</a:t>
            </a:r>
          </a:p>
        </p:txBody>
      </p:sp>
      <p:sp>
        <p:nvSpPr>
          <p:cNvPr id="21" name="">
            <a:extLst xmlns:a="http://schemas.openxmlformats.org/drawingml/2006/main">
              <a:ext uri="{FF2B5EF4-FFF2-40B4-BE49-F238E27FC236}">
                <a16:creationId xmlns:a16="http://schemas.microsoft.com/office/drawing/2014/main" id="{C5C6C9A3-61D7-42EE-BF4C-70165EC57516}"/>
              </a:ext>
            </a:extLst>
          </p:cNvPr>
          <p:cNvSpPr>
            <a:spLocks xmlns:a="http://schemas.openxmlformats.org/drawingml/2006/main" noGrp="1"/>
          </p:cNvSpPr>
          <p:nvPr/>
        </p:nvSpPr>
        <p:spPr>
          <a:xfrm xmlns:a="http://schemas.openxmlformats.org/drawingml/2006/main">
            <a:off x="9315450" y="3143250"/>
            <a:ext cx="190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350" b="0">
                <a:solidFill>
                  <a:srgbClr val="F5F7FB"/>
                </a:solidFill>
                <a:latin typeface="Aptos"/>
                <a:ea typeface="Aptos"/>
                <a:cs typeface="Aptos"/>
              </a:defRPr>
            </a:defPPr>
            <a:lvl1pPr>
              <a:defRPr sz="1350" b="0">
                <a:solidFill>
                  <a:srgbClr val="F5F7FB"/>
                </a:solidFill>
                <a:latin typeface="Aptos"/>
                <a:ea typeface="Aptos"/>
                <a:cs typeface="Aptos"/>
              </a:defRPr>
            </a:lvl1pPr>
            <a:lvl2pPr>
              <a:defRPr sz="1350" b="0">
                <a:solidFill>
                  <a:srgbClr val="F5F7FB"/>
                </a:solidFill>
                <a:latin typeface="Aptos"/>
                <a:ea typeface="Aptos"/>
                <a:cs typeface="Aptos"/>
              </a:defRPr>
            </a:lvl2pPr>
            <a:lvl3pPr>
              <a:defRPr sz="1350" b="0">
                <a:solidFill>
                  <a:srgbClr val="F5F7FB"/>
                </a:solidFill>
                <a:latin typeface="Aptos"/>
                <a:ea typeface="Aptos"/>
                <a:cs typeface="Aptos"/>
              </a:defRPr>
            </a:lvl3pPr>
            <a:lvl4pPr>
              <a:defRPr sz="1350" b="0">
                <a:solidFill>
                  <a:srgbClr val="F5F7FB"/>
                </a:solidFill>
                <a:latin typeface="Aptos"/>
                <a:ea typeface="Aptos"/>
                <a:cs typeface="Aptos"/>
              </a:defRPr>
            </a:lvl4pPr>
            <a:lvl5pPr>
              <a:defRPr sz="1350" b="0">
                <a:solidFill>
                  <a:srgbClr val="F5F7FB"/>
                </a:solidFill>
                <a:latin typeface="Aptos"/>
                <a:ea typeface="Aptos"/>
                <a:cs typeface="Aptos"/>
              </a:defRPr>
            </a:lvl5pPr>
            <a:lvl6pPr>
              <a:defRPr sz="1350" b="0">
                <a:solidFill>
                  <a:srgbClr val="F5F7FB"/>
                </a:solidFill>
                <a:latin typeface="Aptos"/>
                <a:ea typeface="Aptos"/>
                <a:cs typeface="Aptos"/>
              </a:defRPr>
            </a:lvl6pPr>
            <a:lvl7pPr>
              <a:defRPr sz="1350" b="0">
                <a:solidFill>
                  <a:srgbClr val="F5F7FB"/>
                </a:solidFill>
                <a:latin typeface="Aptos"/>
                <a:ea typeface="Aptos"/>
                <a:cs typeface="Aptos"/>
              </a:defRPr>
            </a:lvl7pPr>
            <a:lvl8pPr>
              <a:defRPr sz="1350" b="0">
                <a:solidFill>
                  <a:srgbClr val="F5F7FB"/>
                </a:solidFill>
                <a:latin typeface="Aptos"/>
                <a:ea typeface="Aptos"/>
                <a:cs typeface="Aptos"/>
              </a:defRPr>
            </a:lvl8pPr>
            <a:lvl9pPr>
              <a:defRPr sz="1350" b="0">
                <a:solidFill>
                  <a:srgbClr val="F5F7FB"/>
                </a:solidFill>
                <a:latin typeface="Aptos"/>
                <a:ea typeface="Aptos"/>
                <a:cs typeface="Aptos"/>
              </a:defRPr>
            </a:lvl9pPr>
          </a:lstStyle>
          <a:p xmlns:a="http://schemas.openxmlformats.org/drawingml/2006/main">
            <a:pPr>
              <a:defRPr sz="1350" b="0">
                <a:solidFill>
                  <a:srgbClr val="F5F7FB"/>
                </a:solidFill>
                <a:latin typeface="Aptos"/>
                <a:ea typeface="Aptos"/>
                <a:cs typeface="Aptos"/>
              </a:defRPr>
            </a:pPr>
            <a:r>
              <a:rPr sz="1350" b="0">
                <a:solidFill>
                  <a:srgbClr val="F5F7FB"/>
                </a:solidFill>
                <a:latin typeface="Aptos"/>
                <a:ea typeface="Aptos"/>
                <a:cs typeface="Aptos"/>
              </a:rPr>
              <a:t>Windup, hit check, cooldown</a:t>
            </a:r>
          </a:p>
        </p:txBody>
      </p:sp>
      <p:sp>
        <p:nvSpPr>
          <p:cNvPr id="22" name="">
            <a:extLst xmlns:a="http://schemas.openxmlformats.org/drawingml/2006/main">
              <a:ext uri="{FF2B5EF4-FFF2-40B4-BE49-F238E27FC236}">
                <a16:creationId xmlns:a16="http://schemas.microsoft.com/office/drawing/2014/main" id="{D4FC1952-2590-45C8-B456-E15D5255A0D8}"/>
              </a:ext>
            </a:extLst>
          </p:cNvPr>
          <p:cNvSpPr>
            <a:spLocks xmlns:a="http://schemas.openxmlformats.org/drawingml/2006/main" noGrp="1"/>
          </p:cNvSpPr>
          <p:nvPr/>
        </p:nvSpPr>
        <p:spPr>
          <a:xfrm xmlns:a="http://schemas.openxmlformats.org/drawingml/2006/main">
            <a:off x="2000250" y="4572000"/>
            <a:ext cx="8191500" cy="895350"/>
          </a:xfrm>
          <a:prstGeom xmlns:a="http://schemas.openxmlformats.org/drawingml/2006/main" prst="roundRect">
            <a:avLst>
              <a:gd name="adj" fmla="val 12766"/>
            </a:avLst>
          </a:prstGeom>
          <a:solidFill xmlns:a="http://schemas.openxmlformats.org/drawingml/2006/main">
            <a:srgbClr val="18263C"/>
          </a:solidFill>
          <a:ln xmlns:a="http://schemas.openxmlformats.org/drawingml/2006/main" w="14288">
            <a:solidFill>
              <a:srgbClr val="2D405C"/>
            </a:solidFill>
            <a:prstDash val="solid"/>
          </a:ln>
        </p:spPr>
      </p:sp>
      <p:sp>
        <p:nvSpPr>
          <p:cNvPr id="23" name="">
            <a:extLst xmlns:a="http://schemas.openxmlformats.org/drawingml/2006/main">
              <a:ext uri="{FF2B5EF4-FFF2-40B4-BE49-F238E27FC236}">
                <a16:creationId xmlns:a16="http://schemas.microsoft.com/office/drawing/2014/main" id="{B95CC4C7-1513-4831-9159-27B266C8C7B9}"/>
              </a:ext>
            </a:extLst>
          </p:cNvPr>
          <p:cNvSpPr>
            <a:spLocks xmlns:a="http://schemas.openxmlformats.org/drawingml/2006/main" noGrp="1"/>
          </p:cNvSpPr>
          <p:nvPr/>
        </p:nvSpPr>
        <p:spPr>
          <a:xfrm xmlns:a="http://schemas.openxmlformats.org/drawingml/2006/main">
            <a:off x="2286000" y="4791075"/>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defPPr>
              <a:defRPr sz="1800" b="1">
                <a:solidFill>
                  <a:srgbClr val="F5F7FB"/>
                </a:solidFill>
                <a:latin typeface="Aptos"/>
                <a:ea typeface="Aptos"/>
                <a:cs typeface="Aptos"/>
              </a:defRPr>
            </a:defPPr>
            <a:lvl1pPr>
              <a:defRPr sz="1800" b="1">
                <a:solidFill>
                  <a:srgbClr val="F5F7FB"/>
                </a:solidFill>
                <a:latin typeface="Aptos"/>
                <a:ea typeface="Aptos"/>
                <a:cs typeface="Aptos"/>
              </a:defRPr>
            </a:lvl1pPr>
            <a:lvl2pPr>
              <a:defRPr sz="1800" b="1">
                <a:solidFill>
                  <a:srgbClr val="F5F7FB"/>
                </a:solidFill>
                <a:latin typeface="Aptos"/>
                <a:ea typeface="Aptos"/>
                <a:cs typeface="Aptos"/>
              </a:defRPr>
            </a:lvl2pPr>
            <a:lvl3pPr>
              <a:defRPr sz="1800" b="1">
                <a:solidFill>
                  <a:srgbClr val="F5F7FB"/>
                </a:solidFill>
                <a:latin typeface="Aptos"/>
                <a:ea typeface="Aptos"/>
                <a:cs typeface="Aptos"/>
              </a:defRPr>
            </a:lvl3pPr>
            <a:lvl4pPr>
              <a:defRPr sz="1800" b="1">
                <a:solidFill>
                  <a:srgbClr val="F5F7FB"/>
                </a:solidFill>
                <a:latin typeface="Aptos"/>
                <a:ea typeface="Aptos"/>
                <a:cs typeface="Aptos"/>
              </a:defRPr>
            </a:lvl4pPr>
            <a:lvl5pPr>
              <a:defRPr sz="1800" b="1">
                <a:solidFill>
                  <a:srgbClr val="F5F7FB"/>
                </a:solidFill>
                <a:latin typeface="Aptos"/>
                <a:ea typeface="Aptos"/>
                <a:cs typeface="Aptos"/>
              </a:defRPr>
            </a:lvl5pPr>
            <a:lvl6pPr>
              <a:defRPr sz="1800" b="1">
                <a:solidFill>
                  <a:srgbClr val="F5F7FB"/>
                </a:solidFill>
                <a:latin typeface="Aptos"/>
                <a:ea typeface="Aptos"/>
                <a:cs typeface="Aptos"/>
              </a:defRPr>
            </a:lvl6pPr>
            <a:lvl7pPr>
              <a:defRPr sz="1800" b="1">
                <a:solidFill>
                  <a:srgbClr val="F5F7FB"/>
                </a:solidFill>
                <a:latin typeface="Aptos"/>
                <a:ea typeface="Aptos"/>
                <a:cs typeface="Aptos"/>
              </a:defRPr>
            </a:lvl7pPr>
            <a:lvl8pPr>
              <a:defRPr sz="1800" b="1">
                <a:solidFill>
                  <a:srgbClr val="F5F7FB"/>
                </a:solidFill>
                <a:latin typeface="Aptos"/>
                <a:ea typeface="Aptos"/>
                <a:cs typeface="Aptos"/>
              </a:defRPr>
            </a:lvl8pPr>
            <a:lvl9pPr>
              <a:defRPr sz="1800" b="1">
                <a:solidFill>
                  <a:srgbClr val="F5F7FB"/>
                </a:solidFill>
                <a:latin typeface="Aptos"/>
                <a:ea typeface="Aptos"/>
                <a:cs typeface="Aptos"/>
              </a:defRPr>
            </a:lvl9pPr>
          </a:lstStyle>
          <a:p xmlns:a="http://schemas.openxmlformats.org/drawingml/2006/main">
            <a:pPr>
              <a:defRPr sz="1800" b="1">
                <a:solidFill>
                  <a:srgbClr val="F5F7FB"/>
                </a:solidFill>
                <a:latin typeface="Aptos"/>
                <a:ea typeface="Aptos"/>
                <a:cs typeface="Aptos"/>
              </a:defRPr>
            </a:pPr>
            <a:r>
              <a:rPr sz="1800" b="1">
                <a:solidFill>
                  <a:srgbClr val="F5F7FB"/>
                </a:solidFill>
                <a:latin typeface="Aptos"/>
                <a:ea typeface="Aptos"/>
                <a:cs typeface="Aptos"/>
              </a:rPr>
              <a:t>Damage happens only after the windup and a fresh range check</a:t>
            </a:r>
          </a:p>
        </p:txBody>
      </p:sp>
      <p:sp>
        <p:nvSpPr>
          <p:cNvPr id="24" name="">
            <a:extLst xmlns:a="http://schemas.openxmlformats.org/drawingml/2006/main">
              <a:ext uri="{FF2B5EF4-FFF2-40B4-BE49-F238E27FC236}">
                <a16:creationId xmlns:a16="http://schemas.microsoft.com/office/drawing/2014/main" id="{2736E146-AE76-43E3-897B-3D04AC415E00}"/>
              </a:ext>
            </a:extLst>
          </p:cNvPr>
          <p:cNvSpPr>
            <a:spLocks xmlns:a="http://schemas.openxmlformats.org/drawingml/2006/main" noGrp="1"/>
          </p:cNvSpPr>
          <p:nvPr/>
        </p:nvSpPr>
        <p:spPr>
          <a:xfrm xmlns:a="http://schemas.openxmlformats.org/drawingml/2006/main">
            <a:off x="2476500" y="51720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defPPr>
              <a:defRPr sz="1275" b="0">
                <a:solidFill>
                  <a:srgbClr val="AAB7CA"/>
                </a:solidFill>
                <a:latin typeface="Aptos"/>
                <a:ea typeface="Aptos"/>
                <a:cs typeface="Aptos"/>
              </a:defRPr>
            </a:defPPr>
            <a:lvl1pPr>
              <a:defRPr sz="1275" b="0">
                <a:solidFill>
                  <a:srgbClr val="AAB7CA"/>
                </a:solidFill>
                <a:latin typeface="Aptos"/>
                <a:ea typeface="Aptos"/>
                <a:cs typeface="Aptos"/>
              </a:defRPr>
            </a:lvl1pPr>
            <a:lvl2pPr>
              <a:defRPr sz="1275" b="0">
                <a:solidFill>
                  <a:srgbClr val="AAB7CA"/>
                </a:solidFill>
                <a:latin typeface="Aptos"/>
                <a:ea typeface="Aptos"/>
                <a:cs typeface="Aptos"/>
              </a:defRPr>
            </a:lvl2pPr>
            <a:lvl3pPr>
              <a:defRPr sz="1275" b="0">
                <a:solidFill>
                  <a:srgbClr val="AAB7CA"/>
                </a:solidFill>
                <a:latin typeface="Aptos"/>
                <a:ea typeface="Aptos"/>
                <a:cs typeface="Aptos"/>
              </a:defRPr>
            </a:lvl3pPr>
            <a:lvl4pPr>
              <a:defRPr sz="1275" b="0">
                <a:solidFill>
                  <a:srgbClr val="AAB7CA"/>
                </a:solidFill>
                <a:latin typeface="Aptos"/>
                <a:ea typeface="Aptos"/>
                <a:cs typeface="Aptos"/>
              </a:defRPr>
            </a:lvl4pPr>
            <a:lvl5pPr>
              <a:defRPr sz="1275" b="0">
                <a:solidFill>
                  <a:srgbClr val="AAB7CA"/>
                </a:solidFill>
                <a:latin typeface="Aptos"/>
                <a:ea typeface="Aptos"/>
                <a:cs typeface="Aptos"/>
              </a:defRPr>
            </a:lvl5pPr>
            <a:lvl6pPr>
              <a:defRPr sz="1275" b="0">
                <a:solidFill>
                  <a:srgbClr val="AAB7CA"/>
                </a:solidFill>
                <a:latin typeface="Aptos"/>
                <a:ea typeface="Aptos"/>
                <a:cs typeface="Aptos"/>
              </a:defRPr>
            </a:lvl6pPr>
            <a:lvl7pPr>
              <a:defRPr sz="1275" b="0">
                <a:solidFill>
                  <a:srgbClr val="AAB7CA"/>
                </a:solidFill>
                <a:latin typeface="Aptos"/>
                <a:ea typeface="Aptos"/>
                <a:cs typeface="Aptos"/>
              </a:defRPr>
            </a:lvl7pPr>
            <a:lvl8pPr>
              <a:defRPr sz="1275" b="0">
                <a:solidFill>
                  <a:srgbClr val="AAB7CA"/>
                </a:solidFill>
                <a:latin typeface="Aptos"/>
                <a:ea typeface="Aptos"/>
                <a:cs typeface="Aptos"/>
              </a:defRPr>
            </a:lvl8pPr>
            <a:lvl9pPr>
              <a:defRPr sz="1275" b="0">
                <a:solidFill>
                  <a:srgbClr val="AAB7CA"/>
                </a:solidFill>
                <a:latin typeface="Aptos"/>
                <a:ea typeface="Aptos"/>
                <a:cs typeface="Aptos"/>
              </a:defRPr>
            </a:lvl9pPr>
          </a:lstStyle>
          <a:p xmlns:a="http://schemas.openxmlformats.org/drawingml/2006/main">
            <a:pPr>
              <a:defRPr sz="1275" b="0">
                <a:solidFill>
                  <a:srgbClr val="AAB7CA"/>
                </a:solidFill>
                <a:latin typeface="Aptos"/>
                <a:ea typeface="Aptos"/>
                <a:cs typeface="Aptos"/>
              </a:defRPr>
            </a:pPr>
            <a:r>
              <a:rPr sz="1275" b="0">
                <a:solidFill>
                  <a:srgbClr val="AAB7CA"/>
                </a:solidFill>
                <a:latin typeface="Aptos"/>
                <a:ea typeface="Aptos"/>
                <a:cs typeface="Aptos"/>
              </a:rPr>
              <a:t>This keeps the attack readable and prevents stale hits</a:t>
            </a:r>
          </a:p>
        </p:txBody>
      </p:sp>
    </p:spTree>
    <p:extLst>
      <p:ext uri="{BB962C8B-B14F-4D97-AF65-F5344CB8AC3E}">
        <p14:creationId xmlns:p14="http://schemas.microsoft.com/office/powerpoint/2010/main" val="494372439"/>
      </p:ext>
    </p:extLst>
  </p:cSld>
</p:sld>
</file>

<file path=ppt/slides/slide7.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8696C52-577C-43E2-B43C-68FF2A83E48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84986F-24B9-4154-9555-04939094DCB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ENEMY VARIANT 2</a:t>
            </a:r>
          </a:p>
        </p:txBody>
      </p:sp>
      <p:sp>
        <p:nvSpPr>
          <p:cNvPr id="3" name="">
            <a:extLst xmlns:a="http://schemas.openxmlformats.org/drawingml/2006/main">
              <a:ext uri="{FF2B5EF4-FFF2-40B4-BE49-F238E27FC236}">
                <a16:creationId xmlns:a16="http://schemas.microsoft.com/office/drawing/2014/main" id="{D170D9EE-7343-4C57-9D4A-076EA055BC9D}"/>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Teleporter enemy behavior</a:t>
            </a:r>
          </a:p>
        </p:txBody>
      </p:sp>
      <p:sp>
        <p:nvSpPr>
          <p:cNvPr id="4" name="">
            <a:extLst xmlns:a="http://schemas.openxmlformats.org/drawingml/2006/main">
              <a:ext uri="{FF2B5EF4-FFF2-40B4-BE49-F238E27FC236}">
                <a16:creationId xmlns:a16="http://schemas.microsoft.com/office/drawing/2014/main" id="{F559EEF4-47D2-432D-AABB-115EE057762F}"/>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39F206-4CC8-4617-8352-37D85A307F4E}"/>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481EC1C8-B2ED-44B2-B02D-2A584733FAB6}"/>
              </a:ext>
            </a:extLst>
          </p:cNvPr>
          <p:cNvSpPr>
            <a:spLocks xmlns:a="http://schemas.openxmlformats.org/drawingml/2006/main" noGrp="1"/>
          </p:cNvSpPr>
          <p:nvPr/>
        </p:nvSpPr>
        <p:spPr>
          <a:xfrm xmlns:a="http://schemas.openxmlformats.org/drawingml/2006/main">
            <a:off x="609600" y="156210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defRPr sz="2100" b="1">
                <a:solidFill>
                  <a:srgbClr val="F5F7FB"/>
                </a:solidFill>
                <a:latin typeface="Aptos"/>
                <a:ea typeface="Aptos"/>
                <a:cs typeface="Aptos"/>
              </a:defRPr>
            </a:defPPr>
            <a:lvl1pPr>
              <a:defRPr sz="2100" b="1">
                <a:solidFill>
                  <a:srgbClr val="F5F7FB"/>
                </a:solidFill>
                <a:latin typeface="Aptos"/>
                <a:ea typeface="Aptos"/>
                <a:cs typeface="Aptos"/>
              </a:defRPr>
            </a:lvl1pPr>
            <a:lvl2pPr>
              <a:defRPr sz="2100" b="1">
                <a:solidFill>
                  <a:srgbClr val="F5F7FB"/>
                </a:solidFill>
                <a:latin typeface="Aptos"/>
                <a:ea typeface="Aptos"/>
                <a:cs typeface="Aptos"/>
              </a:defRPr>
            </a:lvl2pPr>
            <a:lvl3pPr>
              <a:defRPr sz="2100" b="1">
                <a:solidFill>
                  <a:srgbClr val="F5F7FB"/>
                </a:solidFill>
                <a:latin typeface="Aptos"/>
                <a:ea typeface="Aptos"/>
                <a:cs typeface="Aptos"/>
              </a:defRPr>
            </a:lvl3pPr>
            <a:lvl4pPr>
              <a:defRPr sz="2100" b="1">
                <a:solidFill>
                  <a:srgbClr val="F5F7FB"/>
                </a:solidFill>
                <a:latin typeface="Aptos"/>
                <a:ea typeface="Aptos"/>
                <a:cs typeface="Aptos"/>
              </a:defRPr>
            </a:lvl4pPr>
            <a:lvl5pPr>
              <a:defRPr sz="2100" b="1">
                <a:solidFill>
                  <a:srgbClr val="F5F7FB"/>
                </a:solidFill>
                <a:latin typeface="Aptos"/>
                <a:ea typeface="Aptos"/>
                <a:cs typeface="Aptos"/>
              </a:defRPr>
            </a:lvl5pPr>
            <a:lvl6pPr>
              <a:defRPr sz="2100" b="1">
                <a:solidFill>
                  <a:srgbClr val="F5F7FB"/>
                </a:solidFill>
                <a:latin typeface="Aptos"/>
                <a:ea typeface="Aptos"/>
                <a:cs typeface="Aptos"/>
              </a:defRPr>
            </a:lvl6pPr>
            <a:lvl7pPr>
              <a:defRPr sz="2100" b="1">
                <a:solidFill>
                  <a:srgbClr val="F5F7FB"/>
                </a:solidFill>
                <a:latin typeface="Aptos"/>
                <a:ea typeface="Aptos"/>
                <a:cs typeface="Aptos"/>
              </a:defRPr>
            </a:lvl7pPr>
            <a:lvl8pPr>
              <a:defRPr sz="2100" b="1">
                <a:solidFill>
                  <a:srgbClr val="F5F7FB"/>
                </a:solidFill>
                <a:latin typeface="Aptos"/>
                <a:ea typeface="Aptos"/>
                <a:cs typeface="Aptos"/>
              </a:defRPr>
            </a:lvl8pPr>
            <a:lvl9pPr>
              <a:defRPr sz="2100" b="1">
                <a:solidFill>
                  <a:srgbClr val="F5F7FB"/>
                </a:solidFill>
                <a:latin typeface="Aptos"/>
                <a:ea typeface="Aptos"/>
                <a:cs typeface="Aptos"/>
              </a:defRPr>
            </a:lvl9pPr>
          </a:lstStyle>
          <a:p xmlns:a="http://schemas.openxmlformats.org/drawingml/2006/main">
            <a:pPr>
              <a:defRPr sz="2100" b="1">
                <a:solidFill>
                  <a:srgbClr val="F5F7FB"/>
                </a:solidFill>
                <a:latin typeface="Aptos"/>
                <a:ea typeface="Aptos"/>
                <a:cs typeface="Aptos"/>
              </a:defRPr>
            </a:pPr>
            <a:r>
              <a:rPr sz="2100" b="1">
                <a:solidFill>
                  <a:srgbClr val="F5F7FB"/>
                </a:solidFill>
                <a:latin typeface="Aptos"/>
                <a:ea typeface="Aptos"/>
                <a:cs typeface="Aptos"/>
              </a:rPr>
              <a:t>Authored destinations create controlled unpredictability</a:t>
            </a:r>
          </a:p>
        </p:txBody>
      </p:sp>
      <p:sp>
        <p:nvSpPr>
          <p:cNvPr id="7" name="">
            <a:extLst xmlns:a="http://schemas.openxmlformats.org/drawingml/2006/main">
              <a:ext uri="{FF2B5EF4-FFF2-40B4-BE49-F238E27FC236}">
                <a16:creationId xmlns:a16="http://schemas.microsoft.com/office/drawing/2014/main" id="{809B6934-CD92-4AD2-9C25-4BF99AFC36CF}"/>
              </a:ext>
            </a:extLst>
          </p:cNvPr>
          <p:cNvSpPr>
            <a:spLocks xmlns:a="http://schemas.openxmlformats.org/drawingml/2006/main" noGrp="1"/>
          </p:cNvSpPr>
          <p:nvPr/>
        </p:nvSpPr>
        <p:spPr>
          <a:xfrm xmlns:a="http://schemas.openxmlformats.org/drawingml/2006/main">
            <a:off x="8429625" y="2000250"/>
            <a:ext cx="1047750" cy="1047750"/>
          </a:xfrm>
          <a:prstGeom xmlns:a="http://schemas.openxmlformats.org/drawingml/2006/main" prst="ellipse">
            <a:avLst/>
          </a:prstGeom>
          <a:solidFill xmlns:a="http://schemas.openxmlformats.org/drawingml/2006/main">
            <a:srgbClr val="16243A"/>
          </a:solidFill>
          <a:ln xmlns:a="http://schemas.openxmlformats.org/drawingml/2006/main" w="14288">
            <a:solidFill>
              <a:srgbClr val="45D483"/>
            </a:solidFill>
            <a:prstDash val="solid"/>
          </a:ln>
        </p:spPr>
      </p:sp>
      <p:sp>
        <p:nvSpPr>
          <p:cNvPr id="8" name="">
            <a:extLst xmlns:a="http://schemas.openxmlformats.org/drawingml/2006/main">
              <a:ext uri="{FF2B5EF4-FFF2-40B4-BE49-F238E27FC236}">
                <a16:creationId xmlns:a16="http://schemas.microsoft.com/office/drawing/2014/main" id="{5AB7942A-6242-44F4-8D20-236735C14D2E}"/>
              </a:ext>
            </a:extLst>
          </p:cNvPr>
          <p:cNvSpPr>
            <a:spLocks xmlns:a="http://schemas.openxmlformats.org/drawingml/2006/main" noGrp="1"/>
          </p:cNvSpPr>
          <p:nvPr/>
        </p:nvSpPr>
        <p:spPr>
          <a:xfrm xmlns:a="http://schemas.openxmlformats.org/drawingml/2006/main">
            <a:off x="8543925" y="2390775"/>
            <a:ext cx="81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defRPr sz="1200" b="1">
                <a:solidFill>
                  <a:srgbClr val="45D483"/>
                </a:solidFill>
                <a:latin typeface="Aptos"/>
                <a:ea typeface="Aptos"/>
                <a:cs typeface="Aptos"/>
              </a:defRPr>
            </a:defPPr>
            <a:lvl1pPr>
              <a:defRPr sz="1200" b="1">
                <a:solidFill>
                  <a:srgbClr val="45D483"/>
                </a:solidFill>
                <a:latin typeface="Aptos"/>
                <a:ea typeface="Aptos"/>
                <a:cs typeface="Aptos"/>
              </a:defRPr>
            </a:lvl1pPr>
            <a:lvl2pPr>
              <a:defRPr sz="1200" b="1">
                <a:solidFill>
                  <a:srgbClr val="45D483"/>
                </a:solidFill>
                <a:latin typeface="Aptos"/>
                <a:ea typeface="Aptos"/>
                <a:cs typeface="Aptos"/>
              </a:defRPr>
            </a:lvl2pPr>
            <a:lvl3pPr>
              <a:defRPr sz="1200" b="1">
                <a:solidFill>
                  <a:srgbClr val="45D483"/>
                </a:solidFill>
                <a:latin typeface="Aptos"/>
                <a:ea typeface="Aptos"/>
                <a:cs typeface="Aptos"/>
              </a:defRPr>
            </a:lvl3pPr>
            <a:lvl4pPr>
              <a:defRPr sz="1200" b="1">
                <a:solidFill>
                  <a:srgbClr val="45D483"/>
                </a:solidFill>
                <a:latin typeface="Aptos"/>
                <a:ea typeface="Aptos"/>
                <a:cs typeface="Aptos"/>
              </a:defRPr>
            </a:lvl4pPr>
            <a:lvl5pPr>
              <a:defRPr sz="1200" b="1">
                <a:solidFill>
                  <a:srgbClr val="45D483"/>
                </a:solidFill>
                <a:latin typeface="Aptos"/>
                <a:ea typeface="Aptos"/>
                <a:cs typeface="Aptos"/>
              </a:defRPr>
            </a:lvl5pPr>
            <a:lvl6pPr>
              <a:defRPr sz="1200" b="1">
                <a:solidFill>
                  <a:srgbClr val="45D483"/>
                </a:solidFill>
                <a:latin typeface="Aptos"/>
                <a:ea typeface="Aptos"/>
                <a:cs typeface="Aptos"/>
              </a:defRPr>
            </a:lvl6pPr>
            <a:lvl7pPr>
              <a:defRPr sz="1200" b="1">
                <a:solidFill>
                  <a:srgbClr val="45D483"/>
                </a:solidFill>
                <a:latin typeface="Aptos"/>
                <a:ea typeface="Aptos"/>
                <a:cs typeface="Aptos"/>
              </a:defRPr>
            </a:lvl7pPr>
            <a:lvl8pPr>
              <a:defRPr sz="1200" b="1">
                <a:solidFill>
                  <a:srgbClr val="45D483"/>
                </a:solidFill>
                <a:latin typeface="Aptos"/>
                <a:ea typeface="Aptos"/>
                <a:cs typeface="Aptos"/>
              </a:defRPr>
            </a:lvl8pPr>
            <a:lvl9pPr>
              <a:defRPr sz="1200" b="1">
                <a:solidFill>
                  <a:srgbClr val="45D483"/>
                </a:solidFill>
                <a:latin typeface="Aptos"/>
                <a:ea typeface="Aptos"/>
                <a:cs typeface="Aptos"/>
              </a:defRPr>
            </a:lvl9pPr>
          </a:lstStyle>
          <a:p xmlns:a="http://schemas.openxmlformats.org/drawingml/2006/main">
            <a:pPr>
              <a:defRPr sz="1200" b="1">
                <a:solidFill>
                  <a:srgbClr val="45D483"/>
                </a:solidFill>
                <a:latin typeface="Aptos"/>
                <a:ea typeface="Aptos"/>
                <a:cs typeface="Aptos"/>
              </a:defRPr>
            </a:pPr>
            <a:r>
              <a:rPr sz="1200" b="1">
                <a:solidFill>
                  <a:srgbClr val="45D483"/>
                </a:solidFill>
                <a:latin typeface="Aptos"/>
                <a:ea typeface="Aptos"/>
                <a:cs typeface="Aptos"/>
              </a:rPr>
              <a:t>START</a:t>
            </a:r>
          </a:p>
        </p:txBody>
      </p:sp>
      <p:sp>
        <p:nvSpPr>
          <p:cNvPr id="9" name="">
            <a:extLst xmlns:a="http://schemas.openxmlformats.org/drawingml/2006/main">
              <a:ext uri="{FF2B5EF4-FFF2-40B4-BE49-F238E27FC236}">
                <a16:creationId xmlns:a16="http://schemas.microsoft.com/office/drawing/2014/main" id="{222B011E-415F-465E-BB02-E9D3FBDC5750}"/>
              </a:ext>
            </a:extLst>
          </p:cNvPr>
          <p:cNvSpPr>
            <a:spLocks xmlns:a="http://schemas.openxmlformats.org/drawingml/2006/main" noGrp="1"/>
          </p:cNvSpPr>
          <p:nvPr/>
        </p:nvSpPr>
        <p:spPr>
          <a:xfrm xmlns:a="http://schemas.openxmlformats.org/drawingml/2006/main">
            <a:off x="7334250" y="3905250"/>
            <a:ext cx="762000" cy="762000"/>
          </a:xfrm>
          <a:prstGeom xmlns:a="http://schemas.openxmlformats.org/drawingml/2006/main" prst="ellipse">
            <a:avLst/>
          </a:prstGeom>
          <a:solidFill xmlns:a="http://schemas.openxmlformats.org/drawingml/2006/main">
            <a:srgbClr val="16243A"/>
          </a:solidFill>
          <a:ln xmlns:a="http://schemas.openxmlformats.org/drawingml/2006/main" w="14288">
            <a:solidFill>
              <a:srgbClr val="F04E5E"/>
            </a:solidFill>
            <a:prstDash val="solid"/>
          </a:ln>
        </p:spPr>
      </p:sp>
      <p:sp>
        <p:nvSpPr>
          <p:cNvPr id="10" name="">
            <a:extLst xmlns:a="http://schemas.openxmlformats.org/drawingml/2006/main">
              <a:ext uri="{FF2B5EF4-FFF2-40B4-BE49-F238E27FC236}">
                <a16:creationId xmlns:a16="http://schemas.microsoft.com/office/drawing/2014/main" id="{A74E692B-203E-4D76-B174-95574CE516C7}"/>
              </a:ext>
            </a:extLst>
          </p:cNvPr>
          <p:cNvSpPr>
            <a:spLocks xmlns:a="http://schemas.openxmlformats.org/drawingml/2006/main" noGrp="1"/>
          </p:cNvSpPr>
          <p:nvPr/>
        </p:nvSpPr>
        <p:spPr>
          <a:xfrm xmlns:a="http://schemas.openxmlformats.org/drawingml/2006/main">
            <a:off x="7381875" y="41814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defPPr>
              <a:defRPr sz="825" b="1">
                <a:solidFill>
                  <a:srgbClr val="F04E5E"/>
                </a:solidFill>
                <a:latin typeface="Aptos"/>
                <a:ea typeface="Aptos"/>
                <a:cs typeface="Aptos"/>
              </a:defRPr>
            </a:defPPr>
            <a:lvl1pPr>
              <a:defRPr sz="825" b="1">
                <a:solidFill>
                  <a:srgbClr val="F04E5E"/>
                </a:solidFill>
                <a:latin typeface="Aptos"/>
                <a:ea typeface="Aptos"/>
                <a:cs typeface="Aptos"/>
              </a:defRPr>
            </a:lvl1pPr>
            <a:lvl2pPr>
              <a:defRPr sz="825" b="1">
                <a:solidFill>
                  <a:srgbClr val="F04E5E"/>
                </a:solidFill>
                <a:latin typeface="Aptos"/>
                <a:ea typeface="Aptos"/>
                <a:cs typeface="Aptos"/>
              </a:defRPr>
            </a:lvl2pPr>
            <a:lvl3pPr>
              <a:defRPr sz="825" b="1">
                <a:solidFill>
                  <a:srgbClr val="F04E5E"/>
                </a:solidFill>
                <a:latin typeface="Aptos"/>
                <a:ea typeface="Aptos"/>
                <a:cs typeface="Aptos"/>
              </a:defRPr>
            </a:lvl3pPr>
            <a:lvl4pPr>
              <a:defRPr sz="825" b="1">
                <a:solidFill>
                  <a:srgbClr val="F04E5E"/>
                </a:solidFill>
                <a:latin typeface="Aptos"/>
                <a:ea typeface="Aptos"/>
                <a:cs typeface="Aptos"/>
              </a:defRPr>
            </a:lvl4pPr>
            <a:lvl5pPr>
              <a:defRPr sz="825" b="1">
                <a:solidFill>
                  <a:srgbClr val="F04E5E"/>
                </a:solidFill>
                <a:latin typeface="Aptos"/>
                <a:ea typeface="Aptos"/>
                <a:cs typeface="Aptos"/>
              </a:defRPr>
            </a:lvl5pPr>
            <a:lvl6pPr>
              <a:defRPr sz="825" b="1">
                <a:solidFill>
                  <a:srgbClr val="F04E5E"/>
                </a:solidFill>
                <a:latin typeface="Aptos"/>
                <a:ea typeface="Aptos"/>
                <a:cs typeface="Aptos"/>
              </a:defRPr>
            </a:lvl6pPr>
            <a:lvl7pPr>
              <a:defRPr sz="825" b="1">
                <a:solidFill>
                  <a:srgbClr val="F04E5E"/>
                </a:solidFill>
                <a:latin typeface="Aptos"/>
                <a:ea typeface="Aptos"/>
                <a:cs typeface="Aptos"/>
              </a:defRPr>
            </a:lvl7pPr>
            <a:lvl8pPr>
              <a:defRPr sz="825" b="1">
                <a:solidFill>
                  <a:srgbClr val="F04E5E"/>
                </a:solidFill>
                <a:latin typeface="Aptos"/>
                <a:ea typeface="Aptos"/>
                <a:cs typeface="Aptos"/>
              </a:defRPr>
            </a:lvl8pPr>
            <a:lvl9pPr>
              <a:defRPr sz="825" b="1">
                <a:solidFill>
                  <a:srgbClr val="F04E5E"/>
                </a:solidFill>
                <a:latin typeface="Aptos"/>
                <a:ea typeface="Aptos"/>
                <a:cs typeface="Aptos"/>
              </a:defRPr>
            </a:lvl9pPr>
          </a:lstStyle>
          <a:p xmlns:a="http://schemas.openxmlformats.org/drawingml/2006/main">
            <a:pPr>
              <a:defRPr sz="825" b="1">
                <a:solidFill>
                  <a:srgbClr val="F04E5E"/>
                </a:solidFill>
                <a:latin typeface="Aptos"/>
                <a:ea typeface="Aptos"/>
                <a:cs typeface="Aptos"/>
              </a:defRPr>
            </a:pPr>
            <a:r>
              <a:rPr sz="825" b="1">
                <a:solidFill>
                  <a:srgbClr val="F04E5E"/>
                </a:solidFill>
                <a:latin typeface="Aptos"/>
                <a:ea typeface="Aptos"/>
                <a:cs typeface="Aptos"/>
              </a:rPr>
              <a:t>REJECTED</a:t>
            </a:r>
          </a:p>
        </p:txBody>
      </p:sp>
      <p:sp>
        <p:nvSpPr>
          <p:cNvPr id="11" name="">
            <a:extLst xmlns:a="http://schemas.openxmlformats.org/drawingml/2006/main">
              <a:ext uri="{FF2B5EF4-FFF2-40B4-BE49-F238E27FC236}">
                <a16:creationId xmlns:a16="http://schemas.microsoft.com/office/drawing/2014/main" id="{9D1B111C-C0C9-4755-B496-58103CA41D07}"/>
              </a:ext>
            </a:extLst>
          </p:cNvPr>
          <p:cNvSpPr>
            <a:spLocks xmlns:a="http://schemas.openxmlformats.org/drawingml/2006/main" noGrp="1"/>
          </p:cNvSpPr>
          <p:nvPr/>
        </p:nvSpPr>
        <p:spPr>
          <a:xfrm xmlns:a="http://schemas.openxmlformats.org/drawingml/2006/main">
            <a:off x="9239250" y="3714750"/>
            <a:ext cx="762000" cy="762000"/>
          </a:xfrm>
          <a:prstGeom xmlns:a="http://schemas.openxmlformats.org/drawingml/2006/main" prst="ellipse">
            <a:avLst/>
          </a:prstGeom>
          <a:solidFill xmlns:a="http://schemas.openxmlformats.org/drawingml/2006/main">
            <a:srgbClr val="16243A"/>
          </a:solidFill>
          <a:ln xmlns:a="http://schemas.openxmlformats.org/drawingml/2006/main" w="14288">
            <a:solidFill>
              <a:srgbClr val="FFC857"/>
            </a:solidFill>
            <a:prstDash val="solid"/>
          </a:ln>
        </p:spPr>
      </p:sp>
      <p:sp>
        <p:nvSpPr>
          <p:cNvPr id="12" name="">
            <a:extLst xmlns:a="http://schemas.openxmlformats.org/drawingml/2006/main">
              <a:ext uri="{FF2B5EF4-FFF2-40B4-BE49-F238E27FC236}">
                <a16:creationId xmlns:a16="http://schemas.microsoft.com/office/drawing/2014/main" id="{9E2657B0-CEA3-4457-9A98-DD9088A2E2B7}"/>
              </a:ext>
            </a:extLst>
          </p:cNvPr>
          <p:cNvSpPr>
            <a:spLocks xmlns:a="http://schemas.openxmlformats.org/drawingml/2006/main" noGrp="1"/>
          </p:cNvSpPr>
          <p:nvPr/>
        </p:nvSpPr>
        <p:spPr>
          <a:xfrm xmlns:a="http://schemas.openxmlformats.org/drawingml/2006/main">
            <a:off x="9286875" y="39909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defPPr>
              <a:defRPr sz="825" b="1">
                <a:solidFill>
                  <a:srgbClr val="FFC857"/>
                </a:solidFill>
                <a:latin typeface="Aptos"/>
                <a:ea typeface="Aptos"/>
                <a:cs typeface="Aptos"/>
              </a:defRPr>
            </a:defPPr>
            <a:lvl1pPr>
              <a:defRPr sz="825" b="1">
                <a:solidFill>
                  <a:srgbClr val="FFC857"/>
                </a:solidFill>
                <a:latin typeface="Aptos"/>
                <a:ea typeface="Aptos"/>
                <a:cs typeface="Aptos"/>
              </a:defRPr>
            </a:lvl1pPr>
            <a:lvl2pPr>
              <a:defRPr sz="825" b="1">
                <a:solidFill>
                  <a:srgbClr val="FFC857"/>
                </a:solidFill>
                <a:latin typeface="Aptos"/>
                <a:ea typeface="Aptos"/>
                <a:cs typeface="Aptos"/>
              </a:defRPr>
            </a:lvl2pPr>
            <a:lvl3pPr>
              <a:defRPr sz="825" b="1">
                <a:solidFill>
                  <a:srgbClr val="FFC857"/>
                </a:solidFill>
                <a:latin typeface="Aptos"/>
                <a:ea typeface="Aptos"/>
                <a:cs typeface="Aptos"/>
              </a:defRPr>
            </a:lvl3pPr>
            <a:lvl4pPr>
              <a:defRPr sz="825" b="1">
                <a:solidFill>
                  <a:srgbClr val="FFC857"/>
                </a:solidFill>
                <a:latin typeface="Aptos"/>
                <a:ea typeface="Aptos"/>
                <a:cs typeface="Aptos"/>
              </a:defRPr>
            </a:lvl4pPr>
            <a:lvl5pPr>
              <a:defRPr sz="825" b="1">
                <a:solidFill>
                  <a:srgbClr val="FFC857"/>
                </a:solidFill>
                <a:latin typeface="Aptos"/>
                <a:ea typeface="Aptos"/>
                <a:cs typeface="Aptos"/>
              </a:defRPr>
            </a:lvl5pPr>
            <a:lvl6pPr>
              <a:defRPr sz="825" b="1">
                <a:solidFill>
                  <a:srgbClr val="FFC857"/>
                </a:solidFill>
                <a:latin typeface="Aptos"/>
                <a:ea typeface="Aptos"/>
                <a:cs typeface="Aptos"/>
              </a:defRPr>
            </a:lvl6pPr>
            <a:lvl7pPr>
              <a:defRPr sz="825" b="1">
                <a:solidFill>
                  <a:srgbClr val="FFC857"/>
                </a:solidFill>
                <a:latin typeface="Aptos"/>
                <a:ea typeface="Aptos"/>
                <a:cs typeface="Aptos"/>
              </a:defRPr>
            </a:lvl7pPr>
            <a:lvl8pPr>
              <a:defRPr sz="825" b="1">
                <a:solidFill>
                  <a:srgbClr val="FFC857"/>
                </a:solidFill>
                <a:latin typeface="Aptos"/>
                <a:ea typeface="Aptos"/>
                <a:cs typeface="Aptos"/>
              </a:defRPr>
            </a:lvl8pPr>
            <a:lvl9pPr>
              <a:defRPr sz="825" b="1">
                <a:solidFill>
                  <a:srgbClr val="FFC857"/>
                </a:solidFill>
                <a:latin typeface="Aptos"/>
                <a:ea typeface="Aptos"/>
                <a:cs typeface="Aptos"/>
              </a:defRPr>
            </a:lvl9pPr>
          </a:lstStyle>
          <a:p xmlns:a="http://schemas.openxmlformats.org/drawingml/2006/main">
            <a:pPr>
              <a:defRPr sz="825" b="1">
                <a:solidFill>
                  <a:srgbClr val="FFC857"/>
                </a:solidFill>
                <a:latin typeface="Aptos"/>
                <a:ea typeface="Aptos"/>
                <a:cs typeface="Aptos"/>
              </a:defRPr>
            </a:pPr>
            <a:r>
              <a:rPr sz="825" b="1">
                <a:solidFill>
                  <a:srgbClr val="FFC857"/>
                </a:solidFill>
                <a:latin typeface="Aptos"/>
                <a:ea typeface="Aptos"/>
                <a:cs typeface="Aptos"/>
              </a:rPr>
              <a:t>RESERVED</a:t>
            </a:r>
          </a:p>
        </p:txBody>
      </p:sp>
      <p:sp>
        <p:nvSpPr>
          <p:cNvPr id="13" name="">
            <a:extLst xmlns:a="http://schemas.openxmlformats.org/drawingml/2006/main">
              <a:ext uri="{FF2B5EF4-FFF2-40B4-BE49-F238E27FC236}">
                <a16:creationId xmlns:a16="http://schemas.microsoft.com/office/drawing/2014/main" id="{9058B68F-EA55-40EC-B669-912B01E9F997}"/>
              </a:ext>
            </a:extLst>
          </p:cNvPr>
          <p:cNvSpPr>
            <a:spLocks xmlns:a="http://schemas.openxmlformats.org/drawingml/2006/main" noGrp="1"/>
          </p:cNvSpPr>
          <p:nvPr/>
        </p:nvSpPr>
        <p:spPr>
          <a:xfrm xmlns:a="http://schemas.openxmlformats.org/drawingml/2006/main">
            <a:off x="10382250" y="4953000"/>
            <a:ext cx="762000" cy="762000"/>
          </a:xfrm>
          <a:prstGeom xmlns:a="http://schemas.openxmlformats.org/drawingml/2006/main" prst="ellipse">
            <a:avLst/>
          </a:prstGeom>
          <a:solidFill xmlns:a="http://schemas.openxmlformats.org/drawingml/2006/main">
            <a:srgbClr val="16243A"/>
          </a:solidFill>
          <a:ln xmlns:a="http://schemas.openxmlformats.org/drawingml/2006/main" w="14288">
            <a:solidFill>
              <a:srgbClr val="45D483"/>
            </a:solidFill>
            <a:prstDash val="solid"/>
          </a:ln>
        </p:spPr>
      </p:sp>
      <p:sp>
        <p:nvSpPr>
          <p:cNvPr id="14" name="">
            <a:extLst xmlns:a="http://schemas.openxmlformats.org/drawingml/2006/main">
              <a:ext uri="{FF2B5EF4-FFF2-40B4-BE49-F238E27FC236}">
                <a16:creationId xmlns:a16="http://schemas.microsoft.com/office/drawing/2014/main" id="{3D7ED2A4-B2FB-49AD-BDED-D7BA59505276}"/>
              </a:ext>
            </a:extLst>
          </p:cNvPr>
          <p:cNvSpPr>
            <a:spLocks xmlns:a="http://schemas.openxmlformats.org/drawingml/2006/main" noGrp="1"/>
          </p:cNvSpPr>
          <p:nvPr/>
        </p:nvSpPr>
        <p:spPr>
          <a:xfrm xmlns:a="http://schemas.openxmlformats.org/drawingml/2006/main">
            <a:off x="10429875"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defPPr>
              <a:defRPr sz="825" b="1">
                <a:solidFill>
                  <a:srgbClr val="45D483"/>
                </a:solidFill>
                <a:latin typeface="Aptos"/>
                <a:ea typeface="Aptos"/>
                <a:cs typeface="Aptos"/>
              </a:defRPr>
            </a:defPPr>
            <a:lvl1pPr>
              <a:defRPr sz="825" b="1">
                <a:solidFill>
                  <a:srgbClr val="45D483"/>
                </a:solidFill>
                <a:latin typeface="Aptos"/>
                <a:ea typeface="Aptos"/>
                <a:cs typeface="Aptos"/>
              </a:defRPr>
            </a:lvl1pPr>
            <a:lvl2pPr>
              <a:defRPr sz="825" b="1">
                <a:solidFill>
                  <a:srgbClr val="45D483"/>
                </a:solidFill>
                <a:latin typeface="Aptos"/>
                <a:ea typeface="Aptos"/>
                <a:cs typeface="Aptos"/>
              </a:defRPr>
            </a:lvl2pPr>
            <a:lvl3pPr>
              <a:defRPr sz="825" b="1">
                <a:solidFill>
                  <a:srgbClr val="45D483"/>
                </a:solidFill>
                <a:latin typeface="Aptos"/>
                <a:ea typeface="Aptos"/>
                <a:cs typeface="Aptos"/>
              </a:defRPr>
            </a:lvl3pPr>
            <a:lvl4pPr>
              <a:defRPr sz="825" b="1">
                <a:solidFill>
                  <a:srgbClr val="45D483"/>
                </a:solidFill>
                <a:latin typeface="Aptos"/>
                <a:ea typeface="Aptos"/>
                <a:cs typeface="Aptos"/>
              </a:defRPr>
            </a:lvl4pPr>
            <a:lvl5pPr>
              <a:defRPr sz="825" b="1">
                <a:solidFill>
                  <a:srgbClr val="45D483"/>
                </a:solidFill>
                <a:latin typeface="Aptos"/>
                <a:ea typeface="Aptos"/>
                <a:cs typeface="Aptos"/>
              </a:defRPr>
            </a:lvl5pPr>
            <a:lvl6pPr>
              <a:defRPr sz="825" b="1">
                <a:solidFill>
                  <a:srgbClr val="45D483"/>
                </a:solidFill>
                <a:latin typeface="Aptos"/>
                <a:ea typeface="Aptos"/>
                <a:cs typeface="Aptos"/>
              </a:defRPr>
            </a:lvl6pPr>
            <a:lvl7pPr>
              <a:defRPr sz="825" b="1">
                <a:solidFill>
                  <a:srgbClr val="45D483"/>
                </a:solidFill>
                <a:latin typeface="Aptos"/>
                <a:ea typeface="Aptos"/>
                <a:cs typeface="Aptos"/>
              </a:defRPr>
            </a:lvl7pPr>
            <a:lvl8pPr>
              <a:defRPr sz="825" b="1">
                <a:solidFill>
                  <a:srgbClr val="45D483"/>
                </a:solidFill>
                <a:latin typeface="Aptos"/>
                <a:ea typeface="Aptos"/>
                <a:cs typeface="Aptos"/>
              </a:defRPr>
            </a:lvl8pPr>
            <a:lvl9pPr>
              <a:defRPr sz="825" b="1">
                <a:solidFill>
                  <a:srgbClr val="45D483"/>
                </a:solidFill>
                <a:latin typeface="Aptos"/>
                <a:ea typeface="Aptos"/>
                <a:cs typeface="Aptos"/>
              </a:defRPr>
            </a:lvl9pPr>
          </a:lstStyle>
          <a:p xmlns:a="http://schemas.openxmlformats.org/drawingml/2006/main">
            <a:pPr>
              <a:defRPr sz="825" b="1">
                <a:solidFill>
                  <a:srgbClr val="45D483"/>
                </a:solidFill>
                <a:latin typeface="Aptos"/>
                <a:ea typeface="Aptos"/>
                <a:cs typeface="Aptos"/>
              </a:defRPr>
            </a:pPr>
            <a:r>
              <a:rPr sz="825" b="1">
                <a:solidFill>
                  <a:srgbClr val="45D483"/>
                </a:solidFill>
                <a:latin typeface="Aptos"/>
                <a:ea typeface="Aptos"/>
                <a:cs typeface="Aptos"/>
              </a:rPr>
              <a:t>VALID</a:t>
            </a:r>
          </a:p>
        </p:txBody>
      </p:sp>
      <p:sp>
        <p:nvSpPr>
          <p:cNvPr id="15" name="">
            <a:extLst xmlns:a="http://schemas.openxmlformats.org/drawingml/2006/main">
              <a:ext uri="{FF2B5EF4-FFF2-40B4-BE49-F238E27FC236}">
                <a16:creationId xmlns:a16="http://schemas.microsoft.com/office/drawing/2014/main" id="{BF30685F-E7B7-4AA7-AA5E-486C223A686E}"/>
              </a:ext>
            </a:extLst>
          </p:cNvPr>
          <p:cNvSpPr>
            <a:spLocks xmlns:a="http://schemas.openxmlformats.org/drawingml/2006/main" noGrp="1"/>
          </p:cNvSpPr>
          <p:nvPr/>
        </p:nvSpPr>
        <p:spPr>
          <a:xfrm xmlns:a="http://schemas.openxmlformats.org/drawingml/2006/main">
            <a:off x="7239000" y="5238750"/>
            <a:ext cx="762000" cy="762000"/>
          </a:xfrm>
          <a:prstGeom xmlns:a="http://schemas.openxmlformats.org/drawingml/2006/main" prst="ellipse">
            <a:avLst/>
          </a:prstGeom>
          <a:solidFill xmlns:a="http://schemas.openxmlformats.org/drawingml/2006/main">
            <a:srgbClr val="16243A"/>
          </a:solidFill>
          <a:ln xmlns:a="http://schemas.openxmlformats.org/drawingml/2006/main" w="14288">
            <a:solidFill>
              <a:srgbClr val="45D483"/>
            </a:solidFill>
            <a:prstDash val="solid"/>
          </a:ln>
        </p:spPr>
      </p:sp>
      <p:sp>
        <p:nvSpPr>
          <p:cNvPr id="16" name="">
            <a:extLst xmlns:a="http://schemas.openxmlformats.org/drawingml/2006/main">
              <a:ext uri="{FF2B5EF4-FFF2-40B4-BE49-F238E27FC236}">
                <a16:creationId xmlns:a16="http://schemas.microsoft.com/office/drawing/2014/main" id="{5ED188F6-604B-4DE9-AB18-3F8FD2B54FBE}"/>
              </a:ext>
            </a:extLst>
          </p:cNvPr>
          <p:cNvSpPr>
            <a:spLocks xmlns:a="http://schemas.openxmlformats.org/drawingml/2006/main" noGrp="1"/>
          </p:cNvSpPr>
          <p:nvPr/>
        </p:nvSpPr>
        <p:spPr>
          <a:xfrm xmlns:a="http://schemas.openxmlformats.org/drawingml/2006/main">
            <a:off x="7286625" y="55149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defPPr>
              <a:defRPr sz="825" b="1">
                <a:solidFill>
                  <a:srgbClr val="45D483"/>
                </a:solidFill>
                <a:latin typeface="Aptos"/>
                <a:ea typeface="Aptos"/>
                <a:cs typeface="Aptos"/>
              </a:defRPr>
            </a:defPPr>
            <a:lvl1pPr>
              <a:defRPr sz="825" b="1">
                <a:solidFill>
                  <a:srgbClr val="45D483"/>
                </a:solidFill>
                <a:latin typeface="Aptos"/>
                <a:ea typeface="Aptos"/>
                <a:cs typeface="Aptos"/>
              </a:defRPr>
            </a:lvl1pPr>
            <a:lvl2pPr>
              <a:defRPr sz="825" b="1">
                <a:solidFill>
                  <a:srgbClr val="45D483"/>
                </a:solidFill>
                <a:latin typeface="Aptos"/>
                <a:ea typeface="Aptos"/>
                <a:cs typeface="Aptos"/>
              </a:defRPr>
            </a:lvl2pPr>
            <a:lvl3pPr>
              <a:defRPr sz="825" b="1">
                <a:solidFill>
                  <a:srgbClr val="45D483"/>
                </a:solidFill>
                <a:latin typeface="Aptos"/>
                <a:ea typeface="Aptos"/>
                <a:cs typeface="Aptos"/>
              </a:defRPr>
            </a:lvl3pPr>
            <a:lvl4pPr>
              <a:defRPr sz="825" b="1">
                <a:solidFill>
                  <a:srgbClr val="45D483"/>
                </a:solidFill>
                <a:latin typeface="Aptos"/>
                <a:ea typeface="Aptos"/>
                <a:cs typeface="Aptos"/>
              </a:defRPr>
            </a:lvl4pPr>
            <a:lvl5pPr>
              <a:defRPr sz="825" b="1">
                <a:solidFill>
                  <a:srgbClr val="45D483"/>
                </a:solidFill>
                <a:latin typeface="Aptos"/>
                <a:ea typeface="Aptos"/>
                <a:cs typeface="Aptos"/>
              </a:defRPr>
            </a:lvl5pPr>
            <a:lvl6pPr>
              <a:defRPr sz="825" b="1">
                <a:solidFill>
                  <a:srgbClr val="45D483"/>
                </a:solidFill>
                <a:latin typeface="Aptos"/>
                <a:ea typeface="Aptos"/>
                <a:cs typeface="Aptos"/>
              </a:defRPr>
            </a:lvl6pPr>
            <a:lvl7pPr>
              <a:defRPr sz="825" b="1">
                <a:solidFill>
                  <a:srgbClr val="45D483"/>
                </a:solidFill>
                <a:latin typeface="Aptos"/>
                <a:ea typeface="Aptos"/>
                <a:cs typeface="Aptos"/>
              </a:defRPr>
            </a:lvl7pPr>
            <a:lvl8pPr>
              <a:defRPr sz="825" b="1">
                <a:solidFill>
                  <a:srgbClr val="45D483"/>
                </a:solidFill>
                <a:latin typeface="Aptos"/>
                <a:ea typeface="Aptos"/>
                <a:cs typeface="Aptos"/>
              </a:defRPr>
            </a:lvl8pPr>
            <a:lvl9pPr>
              <a:defRPr sz="825" b="1">
                <a:solidFill>
                  <a:srgbClr val="45D483"/>
                </a:solidFill>
                <a:latin typeface="Aptos"/>
                <a:ea typeface="Aptos"/>
                <a:cs typeface="Aptos"/>
              </a:defRPr>
            </a:lvl9pPr>
          </a:lstStyle>
          <a:p xmlns:a="http://schemas.openxmlformats.org/drawingml/2006/main">
            <a:pPr>
              <a:defRPr sz="825" b="1">
                <a:solidFill>
                  <a:srgbClr val="45D483"/>
                </a:solidFill>
                <a:latin typeface="Aptos"/>
                <a:ea typeface="Aptos"/>
                <a:cs typeface="Aptos"/>
              </a:defRPr>
            </a:pPr>
            <a:r>
              <a:rPr sz="825" b="1">
                <a:solidFill>
                  <a:srgbClr val="45D483"/>
                </a:solidFill>
                <a:latin typeface="Aptos"/>
                <a:ea typeface="Aptos"/>
                <a:cs typeface="Aptos"/>
              </a:rPr>
              <a:t>VALID</a:t>
            </a:r>
          </a:p>
        </p:txBody>
      </p:sp>
      <p:sp>
        <p:nvSpPr>
          <p:cNvPr id="17" name="">
            <a:extLst xmlns:a="http://schemas.openxmlformats.org/drawingml/2006/main">
              <a:ext uri="{FF2B5EF4-FFF2-40B4-BE49-F238E27FC236}">
                <a16:creationId xmlns:a16="http://schemas.microsoft.com/office/drawing/2014/main" id="{25335EEE-981C-4B42-AB68-276AA753752D}"/>
              </a:ext>
            </a:extLst>
          </p:cNvPr>
          <p:cNvSpPr>
            <a:spLocks xmlns:a="http://schemas.openxmlformats.org/drawingml/2006/main" noGrp="1"/>
          </p:cNvSpPr>
          <p:nvPr/>
        </p:nvSpPr>
        <p:spPr>
          <a:xfrm xmlns:a="http://schemas.openxmlformats.org/drawingml/2006/main">
            <a:off x="723900" y="23717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6FA298-F6EF-4F49-9BEB-753F4EDE64B4}"/>
              </a:ext>
            </a:extLst>
          </p:cNvPr>
          <p:cNvSpPr>
            <a:spLocks xmlns:a="http://schemas.openxmlformats.org/drawingml/2006/main" noGrp="1"/>
          </p:cNvSpPr>
          <p:nvPr/>
        </p:nvSpPr>
        <p:spPr>
          <a:xfrm xmlns:a="http://schemas.openxmlformats.org/drawingml/2006/main">
            <a:off x="990600" y="2286000"/>
            <a:ext cx="5734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Discover tagged Target Points once at startup</a:t>
            </a:r>
          </a:p>
        </p:txBody>
      </p:sp>
      <p:sp>
        <p:nvSpPr>
          <p:cNvPr id="19" name="">
            <a:extLst xmlns:a="http://schemas.openxmlformats.org/drawingml/2006/main">
              <a:ext uri="{FF2B5EF4-FFF2-40B4-BE49-F238E27FC236}">
                <a16:creationId xmlns:a16="http://schemas.microsoft.com/office/drawing/2014/main" id="{B0634092-E4A7-49C6-982E-34100605868E}"/>
              </a:ext>
            </a:extLst>
          </p:cNvPr>
          <p:cNvSpPr>
            <a:spLocks xmlns:a="http://schemas.openxmlformats.org/drawingml/2006/main" noGrp="1"/>
          </p:cNvSpPr>
          <p:nvPr/>
        </p:nvSpPr>
        <p:spPr>
          <a:xfrm xmlns:a="http://schemas.openxmlformats.org/drawingml/2006/main">
            <a:off x="723900" y="30575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9C76570-D090-4354-9C88-0E4879127FF5}"/>
              </a:ext>
            </a:extLst>
          </p:cNvPr>
          <p:cNvSpPr>
            <a:spLocks xmlns:a="http://schemas.openxmlformats.org/drawingml/2006/main" noGrp="1"/>
          </p:cNvSpPr>
          <p:nvPr/>
        </p:nvSpPr>
        <p:spPr>
          <a:xfrm xmlns:a="http://schemas.openxmlformats.org/drawingml/2006/main">
            <a:off x="990600" y="2971800"/>
            <a:ext cx="5734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Reject occupied, repeated, reserved, or nearby points</a:t>
            </a:r>
          </a:p>
        </p:txBody>
      </p:sp>
      <p:sp>
        <p:nvSpPr>
          <p:cNvPr id="21" name="">
            <a:extLst xmlns:a="http://schemas.openxmlformats.org/drawingml/2006/main">
              <a:ext uri="{FF2B5EF4-FFF2-40B4-BE49-F238E27FC236}">
                <a16:creationId xmlns:a16="http://schemas.microsoft.com/office/drawing/2014/main" id="{C6AE41F2-B2EF-4B79-88D6-6CD273498DEE}"/>
              </a:ext>
            </a:extLst>
          </p:cNvPr>
          <p:cNvSpPr>
            <a:spLocks xmlns:a="http://schemas.openxmlformats.org/drawingml/2006/main" noGrp="1"/>
          </p:cNvSpPr>
          <p:nvPr/>
        </p:nvSpPr>
        <p:spPr>
          <a:xfrm xmlns:a="http://schemas.openxmlformats.org/drawingml/2006/main">
            <a:off x="723900" y="37433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C3C7127-6036-48A2-A407-A458F24308BB}"/>
              </a:ext>
            </a:extLst>
          </p:cNvPr>
          <p:cNvSpPr>
            <a:spLocks xmlns:a="http://schemas.openxmlformats.org/drawingml/2006/main" noGrp="1"/>
          </p:cNvSpPr>
          <p:nvPr/>
        </p:nvSpPr>
        <p:spPr>
          <a:xfrm xmlns:a="http://schemas.openxmlformats.org/drawingml/2006/main">
            <a:off x="990600" y="3657600"/>
            <a:ext cx="5734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Blend player proximity with a random score</a:t>
            </a:r>
          </a:p>
        </p:txBody>
      </p:sp>
      <p:sp>
        <p:nvSpPr>
          <p:cNvPr id="23" name="">
            <a:extLst xmlns:a="http://schemas.openxmlformats.org/drawingml/2006/main">
              <a:ext uri="{FF2B5EF4-FFF2-40B4-BE49-F238E27FC236}">
                <a16:creationId xmlns:a16="http://schemas.microsoft.com/office/drawing/2014/main" id="{F01F9707-22F9-4981-AF8E-03960E993079}"/>
              </a:ext>
            </a:extLst>
          </p:cNvPr>
          <p:cNvSpPr>
            <a:spLocks xmlns:a="http://schemas.openxmlformats.org/drawingml/2006/main" noGrp="1"/>
          </p:cNvSpPr>
          <p:nvPr/>
        </p:nvSpPr>
        <p:spPr>
          <a:xfrm xmlns:a="http://schemas.openxmlformats.org/drawingml/2006/main">
            <a:off x="723900" y="44291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2C3B3C1-3CFA-4FA5-ABB0-BB77EDD6949E}"/>
              </a:ext>
            </a:extLst>
          </p:cNvPr>
          <p:cNvSpPr>
            <a:spLocks xmlns:a="http://schemas.openxmlformats.org/drawingml/2006/main" noGrp="1"/>
          </p:cNvSpPr>
          <p:nvPr/>
        </p:nvSpPr>
        <p:spPr>
          <a:xfrm xmlns:a="http://schemas.openxmlformats.org/drawingml/2006/main">
            <a:off x="990600" y="4343400"/>
            <a:ext cx="5734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Reserve during the visible charge and validate again</a:t>
            </a:r>
          </a:p>
        </p:txBody>
      </p:sp>
      <p:sp>
        <p:nvSpPr>
          <p:cNvPr id="25" name="">
            <a:extLst xmlns:a="http://schemas.openxmlformats.org/drawingml/2006/main">
              <a:ext uri="{FF2B5EF4-FFF2-40B4-BE49-F238E27FC236}">
                <a16:creationId xmlns:a16="http://schemas.microsoft.com/office/drawing/2014/main" id="{1ADF0720-7C26-4AAA-8009-C6E174A550D7}"/>
              </a:ext>
            </a:extLst>
          </p:cNvPr>
          <p:cNvSpPr>
            <a:spLocks xmlns:a="http://schemas.openxmlformats.org/drawingml/2006/main" noGrp="1"/>
          </p:cNvSpPr>
          <p:nvPr/>
        </p:nvSpPr>
        <p:spPr>
          <a:xfrm xmlns:a="http://schemas.openxmlformats.org/drawingml/2006/main">
            <a:off x="723900" y="51149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C6F6198-CF2B-45EE-9432-8CA3F605603E}"/>
              </a:ext>
            </a:extLst>
          </p:cNvPr>
          <p:cNvSpPr>
            <a:spLocks xmlns:a="http://schemas.openxmlformats.org/drawingml/2006/main" noGrp="1"/>
          </p:cNvSpPr>
          <p:nvPr/>
        </p:nvSpPr>
        <p:spPr>
          <a:xfrm xmlns:a="http://schemas.openxmlformats.org/drawingml/2006/main">
            <a:off x="990600" y="5029200"/>
            <a:ext cx="5734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Use a warned area attack when the player remains close</a:t>
            </a:r>
          </a:p>
        </p:txBody>
      </p:sp>
      <p:sp>
        <p:nvSpPr>
          <p:cNvPr id="27" name="">
            <a:extLst xmlns:a="http://schemas.openxmlformats.org/drawingml/2006/main">
              <a:ext uri="{FF2B5EF4-FFF2-40B4-BE49-F238E27FC236}">
                <a16:creationId xmlns:a16="http://schemas.microsoft.com/office/drawing/2014/main" id="{D1F04241-E811-4DDF-B8C8-57D2B3B5E1BF}"/>
              </a:ext>
            </a:extLst>
          </p:cNvPr>
          <p:cNvSpPr>
            <a:spLocks xmlns:a="http://schemas.openxmlformats.org/drawingml/2006/main" noGrp="1"/>
          </p:cNvSpPr>
          <p:nvPr/>
        </p:nvSpPr>
        <p:spPr>
          <a:xfrm xmlns:a="http://schemas.openxmlformats.org/drawingml/2006/main">
            <a:off x="6858000" y="59531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75" b="0">
                <a:solidFill>
                  <a:srgbClr val="AAB7CA"/>
                </a:solidFill>
                <a:latin typeface="Aptos"/>
                <a:ea typeface="Aptos"/>
                <a:cs typeface="Aptos"/>
              </a:defRPr>
            </a:defPPr>
            <a:lvl1pPr>
              <a:defRPr sz="1275" b="0">
                <a:solidFill>
                  <a:srgbClr val="AAB7CA"/>
                </a:solidFill>
                <a:latin typeface="Aptos"/>
                <a:ea typeface="Aptos"/>
                <a:cs typeface="Aptos"/>
              </a:defRPr>
            </a:lvl1pPr>
            <a:lvl2pPr>
              <a:defRPr sz="1275" b="0">
                <a:solidFill>
                  <a:srgbClr val="AAB7CA"/>
                </a:solidFill>
                <a:latin typeface="Aptos"/>
                <a:ea typeface="Aptos"/>
                <a:cs typeface="Aptos"/>
              </a:defRPr>
            </a:lvl2pPr>
            <a:lvl3pPr>
              <a:defRPr sz="1275" b="0">
                <a:solidFill>
                  <a:srgbClr val="AAB7CA"/>
                </a:solidFill>
                <a:latin typeface="Aptos"/>
                <a:ea typeface="Aptos"/>
                <a:cs typeface="Aptos"/>
              </a:defRPr>
            </a:lvl3pPr>
            <a:lvl4pPr>
              <a:defRPr sz="1275" b="0">
                <a:solidFill>
                  <a:srgbClr val="AAB7CA"/>
                </a:solidFill>
                <a:latin typeface="Aptos"/>
                <a:ea typeface="Aptos"/>
                <a:cs typeface="Aptos"/>
              </a:defRPr>
            </a:lvl4pPr>
            <a:lvl5pPr>
              <a:defRPr sz="1275" b="0">
                <a:solidFill>
                  <a:srgbClr val="AAB7CA"/>
                </a:solidFill>
                <a:latin typeface="Aptos"/>
                <a:ea typeface="Aptos"/>
                <a:cs typeface="Aptos"/>
              </a:defRPr>
            </a:lvl5pPr>
            <a:lvl6pPr>
              <a:defRPr sz="1275" b="0">
                <a:solidFill>
                  <a:srgbClr val="AAB7CA"/>
                </a:solidFill>
                <a:latin typeface="Aptos"/>
                <a:ea typeface="Aptos"/>
                <a:cs typeface="Aptos"/>
              </a:defRPr>
            </a:lvl6pPr>
            <a:lvl7pPr>
              <a:defRPr sz="1275" b="0">
                <a:solidFill>
                  <a:srgbClr val="AAB7CA"/>
                </a:solidFill>
                <a:latin typeface="Aptos"/>
                <a:ea typeface="Aptos"/>
                <a:cs typeface="Aptos"/>
              </a:defRPr>
            </a:lvl7pPr>
            <a:lvl8pPr>
              <a:defRPr sz="1275" b="0">
                <a:solidFill>
                  <a:srgbClr val="AAB7CA"/>
                </a:solidFill>
                <a:latin typeface="Aptos"/>
                <a:ea typeface="Aptos"/>
                <a:cs typeface="Aptos"/>
              </a:defRPr>
            </a:lvl8pPr>
            <a:lvl9pPr>
              <a:defRPr sz="1275" b="0">
                <a:solidFill>
                  <a:srgbClr val="AAB7CA"/>
                </a:solidFill>
                <a:latin typeface="Aptos"/>
                <a:ea typeface="Aptos"/>
                <a:cs typeface="Aptos"/>
              </a:defRPr>
            </a:lvl9pPr>
          </a:lstStyle>
          <a:p xmlns:a="http://schemas.openxmlformats.org/drawingml/2006/main">
            <a:pPr>
              <a:defRPr sz="1275" b="0">
                <a:solidFill>
                  <a:srgbClr val="AAB7CA"/>
                </a:solidFill>
                <a:latin typeface="Aptos"/>
                <a:ea typeface="Aptos"/>
                <a:cs typeface="Aptos"/>
              </a:defRPr>
            </a:pPr>
            <a:r>
              <a:rPr sz="1275" b="0">
                <a:solidFill>
                  <a:srgbClr val="AAB7CA"/>
                </a:solidFill>
                <a:latin typeface="Aptos"/>
                <a:ea typeface="Aptos"/>
                <a:cs typeface="Aptos"/>
              </a:rPr>
              <a:t>Closer points are favored, but the result remains unpredictable</a:t>
            </a:r>
          </a:p>
        </p:txBody>
      </p:sp>
    </p:spTree>
    <p:extLst>
      <p:ext uri="{BB962C8B-B14F-4D97-AF65-F5344CB8AC3E}">
        <p14:creationId xmlns:p14="http://schemas.microsoft.com/office/powerpoint/2010/main" val="1230706363"/>
      </p:ext>
    </p:extLst>
  </p:cSld>
</p:sld>
</file>

<file path=ppt/slides/slide8.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8A2B9CF-59A7-4ED7-8174-A38D03D8AED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AC877A-6AC1-4347-A3E1-E93A1EA637E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ENEMY VARIANT 3</a:t>
            </a:r>
          </a:p>
        </p:txBody>
      </p:sp>
      <p:sp>
        <p:nvSpPr>
          <p:cNvPr id="3" name="">
            <a:extLst xmlns:a="http://schemas.openxmlformats.org/drawingml/2006/main">
              <a:ext uri="{FF2B5EF4-FFF2-40B4-BE49-F238E27FC236}">
                <a16:creationId xmlns:a16="http://schemas.microsoft.com/office/drawing/2014/main" id="{024760AF-CF0F-4460-87EA-E86138EB37C6}"/>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Flying enemy behavior</a:t>
            </a:r>
          </a:p>
        </p:txBody>
      </p:sp>
      <p:sp>
        <p:nvSpPr>
          <p:cNvPr id="4" name="">
            <a:extLst xmlns:a="http://schemas.openxmlformats.org/drawingml/2006/main">
              <a:ext uri="{FF2B5EF4-FFF2-40B4-BE49-F238E27FC236}">
                <a16:creationId xmlns:a16="http://schemas.microsoft.com/office/drawing/2014/main" id="{5A4859AE-7010-4510-B816-2D225465C9A9}"/>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B6428A-B393-4006-B076-ED63DDE09EED}"/>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D26E418F-80A2-4B42-8447-A83242ADA5DA}"/>
              </a:ext>
            </a:extLst>
          </p:cNvPr>
          <p:cNvSpPr>
            <a:spLocks xmlns:a="http://schemas.openxmlformats.org/drawingml/2006/main" noGrp="1"/>
          </p:cNvSpPr>
          <p:nvPr/>
        </p:nvSpPr>
        <p:spPr>
          <a:xfrm xmlns:a="http://schemas.openxmlformats.org/drawingml/2006/main">
            <a:off x="609600" y="156210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defRPr sz="2100" b="1">
                <a:solidFill>
                  <a:srgbClr val="F5F7FB"/>
                </a:solidFill>
                <a:latin typeface="Aptos"/>
                <a:ea typeface="Aptos"/>
                <a:cs typeface="Aptos"/>
              </a:defRPr>
            </a:defPPr>
            <a:lvl1pPr>
              <a:defRPr sz="2100" b="1">
                <a:solidFill>
                  <a:srgbClr val="F5F7FB"/>
                </a:solidFill>
                <a:latin typeface="Aptos"/>
                <a:ea typeface="Aptos"/>
                <a:cs typeface="Aptos"/>
              </a:defRPr>
            </a:lvl1pPr>
            <a:lvl2pPr>
              <a:defRPr sz="2100" b="1">
                <a:solidFill>
                  <a:srgbClr val="F5F7FB"/>
                </a:solidFill>
                <a:latin typeface="Aptos"/>
                <a:ea typeface="Aptos"/>
                <a:cs typeface="Aptos"/>
              </a:defRPr>
            </a:lvl2pPr>
            <a:lvl3pPr>
              <a:defRPr sz="2100" b="1">
                <a:solidFill>
                  <a:srgbClr val="F5F7FB"/>
                </a:solidFill>
                <a:latin typeface="Aptos"/>
                <a:ea typeface="Aptos"/>
                <a:cs typeface="Aptos"/>
              </a:defRPr>
            </a:lvl3pPr>
            <a:lvl4pPr>
              <a:defRPr sz="2100" b="1">
                <a:solidFill>
                  <a:srgbClr val="F5F7FB"/>
                </a:solidFill>
                <a:latin typeface="Aptos"/>
                <a:ea typeface="Aptos"/>
                <a:cs typeface="Aptos"/>
              </a:defRPr>
            </a:lvl4pPr>
            <a:lvl5pPr>
              <a:defRPr sz="2100" b="1">
                <a:solidFill>
                  <a:srgbClr val="F5F7FB"/>
                </a:solidFill>
                <a:latin typeface="Aptos"/>
                <a:ea typeface="Aptos"/>
                <a:cs typeface="Aptos"/>
              </a:defRPr>
            </a:lvl5pPr>
            <a:lvl6pPr>
              <a:defRPr sz="2100" b="1">
                <a:solidFill>
                  <a:srgbClr val="F5F7FB"/>
                </a:solidFill>
                <a:latin typeface="Aptos"/>
                <a:ea typeface="Aptos"/>
                <a:cs typeface="Aptos"/>
              </a:defRPr>
            </a:lvl6pPr>
            <a:lvl7pPr>
              <a:defRPr sz="2100" b="1">
                <a:solidFill>
                  <a:srgbClr val="F5F7FB"/>
                </a:solidFill>
                <a:latin typeface="Aptos"/>
                <a:ea typeface="Aptos"/>
                <a:cs typeface="Aptos"/>
              </a:defRPr>
            </a:lvl7pPr>
            <a:lvl8pPr>
              <a:defRPr sz="2100" b="1">
                <a:solidFill>
                  <a:srgbClr val="F5F7FB"/>
                </a:solidFill>
                <a:latin typeface="Aptos"/>
                <a:ea typeface="Aptos"/>
                <a:cs typeface="Aptos"/>
              </a:defRPr>
            </a:lvl8pPr>
            <a:lvl9pPr>
              <a:defRPr sz="2100" b="1">
                <a:solidFill>
                  <a:srgbClr val="F5F7FB"/>
                </a:solidFill>
                <a:latin typeface="Aptos"/>
                <a:ea typeface="Aptos"/>
                <a:cs typeface="Aptos"/>
              </a:defRPr>
            </a:lvl9pPr>
          </a:lstStyle>
          <a:p xmlns:a="http://schemas.openxmlformats.org/drawingml/2006/main">
            <a:pPr>
              <a:defRPr sz="2100" b="1">
                <a:solidFill>
                  <a:srgbClr val="F5F7FB"/>
                </a:solidFill>
                <a:latin typeface="Aptos"/>
                <a:ea typeface="Aptos"/>
                <a:cs typeface="Aptos"/>
              </a:defRPr>
            </a:pPr>
            <a:r>
              <a:rPr sz="2100" b="1">
                <a:solidFill>
                  <a:srgbClr val="F5F7FB"/>
                </a:solidFill>
                <a:latin typeface="Aptos"/>
                <a:ea typeface="Aptos"/>
                <a:cs typeface="Aptos"/>
              </a:rPr>
              <a:t>Steering combines several local influences</a:t>
            </a:r>
          </a:p>
        </p:txBody>
      </p:sp>
      <p:sp>
        <p:nvSpPr>
          <p:cNvPr id="7" name="">
            <a:extLst xmlns:a="http://schemas.openxmlformats.org/drawingml/2006/main">
              <a:ext uri="{FF2B5EF4-FFF2-40B4-BE49-F238E27FC236}">
                <a16:creationId xmlns:a16="http://schemas.microsoft.com/office/drawing/2014/main" id="{9E4DDECF-6C14-4C06-9BFA-55D6AA140147}"/>
              </a:ext>
            </a:extLst>
          </p:cNvPr>
          <p:cNvSpPr>
            <a:spLocks xmlns:a="http://schemas.openxmlformats.org/drawingml/2006/main" noGrp="1"/>
          </p:cNvSpPr>
          <p:nvPr/>
        </p:nvSpPr>
        <p:spPr>
          <a:xfrm xmlns:a="http://schemas.openxmlformats.org/drawingml/2006/main">
            <a:off x="762000" y="2333625"/>
            <a:ext cx="2857500" cy="952500"/>
          </a:xfrm>
          <a:prstGeom xmlns:a="http://schemas.openxmlformats.org/drawingml/2006/main" prst="roundRect">
            <a:avLst>
              <a:gd name="adj" fmla="val 12000"/>
            </a:avLst>
          </a:prstGeom>
          <a:solidFill xmlns:a="http://schemas.openxmlformats.org/drawingml/2006/main">
            <a:srgbClr val="16243A"/>
          </a:solidFill>
          <a:ln xmlns:a="http://schemas.openxmlformats.org/drawingml/2006/main" w="14288">
            <a:solidFill>
              <a:srgbClr val="4BA7FF"/>
            </a:solidFill>
            <a:prstDash val="solid"/>
          </a:ln>
        </p:spPr>
      </p:sp>
      <p:sp>
        <p:nvSpPr>
          <p:cNvPr id="8" name="">
            <a:extLst xmlns:a="http://schemas.openxmlformats.org/drawingml/2006/main">
              <a:ext uri="{FF2B5EF4-FFF2-40B4-BE49-F238E27FC236}">
                <a16:creationId xmlns:a16="http://schemas.microsoft.com/office/drawing/2014/main" id="{F8FEA8F4-D199-4BA0-A751-0F7AD60F242A}"/>
              </a:ext>
            </a:extLst>
          </p:cNvPr>
          <p:cNvSpPr>
            <a:spLocks xmlns:a="http://schemas.openxmlformats.org/drawingml/2006/main" noGrp="1"/>
          </p:cNvSpPr>
          <p:nvPr/>
        </p:nvSpPr>
        <p:spPr>
          <a:xfrm xmlns:a="http://schemas.openxmlformats.org/drawingml/2006/main">
            <a:off x="762000" y="2333625"/>
            <a:ext cx="76200" cy="95250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0A94E4-4DFA-4FBA-8864-C524FE71DA1B}"/>
              </a:ext>
            </a:extLst>
          </p:cNvPr>
          <p:cNvSpPr>
            <a:spLocks xmlns:a="http://schemas.openxmlformats.org/drawingml/2006/main" noGrp="1"/>
          </p:cNvSpPr>
          <p:nvPr/>
        </p:nvSpPr>
        <p:spPr>
          <a:xfrm xmlns:a="http://schemas.openxmlformats.org/drawingml/2006/main">
            <a:off x="990600" y="250507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PLAYER PURSUIT</a:t>
            </a:r>
          </a:p>
        </p:txBody>
      </p:sp>
      <p:sp>
        <p:nvSpPr>
          <p:cNvPr id="10" name="">
            <a:extLst xmlns:a="http://schemas.openxmlformats.org/drawingml/2006/main">
              <a:ext uri="{FF2B5EF4-FFF2-40B4-BE49-F238E27FC236}">
                <a16:creationId xmlns:a16="http://schemas.microsoft.com/office/drawing/2014/main" id="{A733AC3A-069F-46F5-BD98-380EFF047281}"/>
              </a:ext>
            </a:extLst>
          </p:cNvPr>
          <p:cNvSpPr>
            <a:spLocks xmlns:a="http://schemas.openxmlformats.org/drawingml/2006/main" noGrp="1"/>
          </p:cNvSpPr>
          <p:nvPr/>
        </p:nvSpPr>
        <p:spPr>
          <a:xfrm xmlns:a="http://schemas.openxmlformats.org/drawingml/2006/main">
            <a:off x="990600" y="28289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Move toward the live player position</a:t>
            </a:r>
          </a:p>
        </p:txBody>
      </p:sp>
      <p:sp>
        <p:nvSpPr>
          <p:cNvPr id="11" name="">
            <a:extLst xmlns:a="http://schemas.openxmlformats.org/drawingml/2006/main">
              <a:ext uri="{FF2B5EF4-FFF2-40B4-BE49-F238E27FC236}">
                <a16:creationId xmlns:a16="http://schemas.microsoft.com/office/drawing/2014/main" id="{3135DBA2-6B4C-41B1-A727-2EAE5245D34C}"/>
              </a:ext>
            </a:extLst>
          </p:cNvPr>
          <p:cNvSpPr>
            <a:spLocks xmlns:a="http://schemas.openxmlformats.org/drawingml/2006/main" noGrp="1"/>
          </p:cNvSpPr>
          <p:nvPr/>
        </p:nvSpPr>
        <p:spPr>
          <a:xfrm xmlns:a="http://schemas.openxmlformats.org/drawingml/2006/main">
            <a:off x="762000" y="3667125"/>
            <a:ext cx="2857500" cy="952500"/>
          </a:xfrm>
          <a:prstGeom xmlns:a="http://schemas.openxmlformats.org/drawingml/2006/main" prst="roundRect">
            <a:avLst>
              <a:gd name="adj" fmla="val 12000"/>
            </a:avLst>
          </a:prstGeom>
          <a:solidFill xmlns:a="http://schemas.openxmlformats.org/drawingml/2006/main">
            <a:srgbClr val="16243A"/>
          </a:solidFill>
          <a:ln xmlns:a="http://schemas.openxmlformats.org/drawingml/2006/main" w="14288">
            <a:solidFill>
              <a:srgbClr val="45D483"/>
            </a:solidFill>
            <a:prstDash val="solid"/>
          </a:ln>
        </p:spPr>
      </p:sp>
      <p:sp>
        <p:nvSpPr>
          <p:cNvPr id="12" name="">
            <a:extLst xmlns:a="http://schemas.openxmlformats.org/drawingml/2006/main">
              <a:ext uri="{FF2B5EF4-FFF2-40B4-BE49-F238E27FC236}">
                <a16:creationId xmlns:a16="http://schemas.microsoft.com/office/drawing/2014/main" id="{6572F7E8-9085-433A-8A55-3538B77A5ED7}"/>
              </a:ext>
            </a:extLst>
          </p:cNvPr>
          <p:cNvSpPr>
            <a:spLocks xmlns:a="http://schemas.openxmlformats.org/drawingml/2006/main" noGrp="1"/>
          </p:cNvSpPr>
          <p:nvPr/>
        </p:nvSpPr>
        <p:spPr>
          <a:xfrm xmlns:a="http://schemas.openxmlformats.org/drawingml/2006/main">
            <a:off x="762000" y="3667125"/>
            <a:ext cx="76200" cy="95250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431B25D-2E52-48DB-897C-766F2ED11EF5}"/>
              </a:ext>
            </a:extLst>
          </p:cNvPr>
          <p:cNvSpPr>
            <a:spLocks xmlns:a="http://schemas.openxmlformats.org/drawingml/2006/main" noGrp="1"/>
          </p:cNvSpPr>
          <p:nvPr/>
        </p:nvSpPr>
        <p:spPr>
          <a:xfrm xmlns:a="http://schemas.openxmlformats.org/drawingml/2006/main">
            <a:off x="990600" y="383857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SEPARATION</a:t>
            </a:r>
          </a:p>
        </p:txBody>
      </p:sp>
      <p:sp>
        <p:nvSpPr>
          <p:cNvPr id="14" name="">
            <a:extLst xmlns:a="http://schemas.openxmlformats.org/drawingml/2006/main">
              <a:ext uri="{FF2B5EF4-FFF2-40B4-BE49-F238E27FC236}">
                <a16:creationId xmlns:a16="http://schemas.microsoft.com/office/drawing/2014/main" id="{9411A08A-A484-44F4-B6D4-CDA306637AE9}"/>
              </a:ext>
            </a:extLst>
          </p:cNvPr>
          <p:cNvSpPr>
            <a:spLocks xmlns:a="http://schemas.openxmlformats.org/drawingml/2006/main" noGrp="1"/>
          </p:cNvSpPr>
          <p:nvPr/>
        </p:nvSpPr>
        <p:spPr>
          <a:xfrm xmlns:a="http://schemas.openxmlformats.org/drawingml/2006/main">
            <a:off x="990600" y="41624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Push away from nearby enemies</a:t>
            </a:r>
          </a:p>
        </p:txBody>
      </p:sp>
      <p:sp>
        <p:nvSpPr>
          <p:cNvPr id="15" name="">
            <a:extLst xmlns:a="http://schemas.openxmlformats.org/drawingml/2006/main">
              <a:ext uri="{FF2B5EF4-FFF2-40B4-BE49-F238E27FC236}">
                <a16:creationId xmlns:a16="http://schemas.microsoft.com/office/drawing/2014/main" id="{F8F3CDA5-CC60-42EF-B8B7-EA599EC0D088}"/>
              </a:ext>
            </a:extLst>
          </p:cNvPr>
          <p:cNvSpPr>
            <a:spLocks xmlns:a="http://schemas.openxmlformats.org/drawingml/2006/main" noGrp="1"/>
          </p:cNvSpPr>
          <p:nvPr/>
        </p:nvSpPr>
        <p:spPr>
          <a:xfrm xmlns:a="http://schemas.openxmlformats.org/drawingml/2006/main">
            <a:off x="762000" y="5000625"/>
            <a:ext cx="2857500" cy="952500"/>
          </a:xfrm>
          <a:prstGeom xmlns:a="http://schemas.openxmlformats.org/drawingml/2006/main" prst="roundRect">
            <a:avLst>
              <a:gd name="adj" fmla="val 12000"/>
            </a:avLst>
          </a:prstGeom>
          <a:solidFill xmlns:a="http://schemas.openxmlformats.org/drawingml/2006/main">
            <a:srgbClr val="16243A"/>
          </a:solidFill>
          <a:ln xmlns:a="http://schemas.openxmlformats.org/drawingml/2006/main" w="14288">
            <a:solidFill>
              <a:srgbClr val="F04E5E"/>
            </a:solidFill>
            <a:prstDash val="solid"/>
          </a:ln>
        </p:spPr>
      </p:sp>
      <p:sp>
        <p:nvSpPr>
          <p:cNvPr id="16" name="">
            <a:extLst xmlns:a="http://schemas.openxmlformats.org/drawingml/2006/main">
              <a:ext uri="{FF2B5EF4-FFF2-40B4-BE49-F238E27FC236}">
                <a16:creationId xmlns:a16="http://schemas.microsoft.com/office/drawing/2014/main" id="{AAD4CEAB-0D9C-4157-AE47-F6DE6C73BE78}"/>
              </a:ext>
            </a:extLst>
          </p:cNvPr>
          <p:cNvSpPr>
            <a:spLocks xmlns:a="http://schemas.openxmlformats.org/drawingml/2006/main" noGrp="1"/>
          </p:cNvSpPr>
          <p:nvPr/>
        </p:nvSpPr>
        <p:spPr>
          <a:xfrm xmlns:a="http://schemas.openxmlformats.org/drawingml/2006/main">
            <a:off x="762000" y="5000625"/>
            <a:ext cx="76200" cy="95250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B30456F-FFF1-48DE-BF31-0AF5151F9674}"/>
              </a:ext>
            </a:extLst>
          </p:cNvPr>
          <p:cNvSpPr>
            <a:spLocks xmlns:a="http://schemas.openxmlformats.org/drawingml/2006/main" noGrp="1"/>
          </p:cNvSpPr>
          <p:nvPr/>
        </p:nvSpPr>
        <p:spPr>
          <a:xfrm xmlns:a="http://schemas.openxmlformats.org/drawingml/2006/main">
            <a:off x="990600" y="517207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OBSTACLE AVOIDANCE</a:t>
            </a:r>
          </a:p>
        </p:txBody>
      </p:sp>
      <p:sp>
        <p:nvSpPr>
          <p:cNvPr id="18" name="">
            <a:extLst xmlns:a="http://schemas.openxmlformats.org/drawingml/2006/main">
              <a:ext uri="{FF2B5EF4-FFF2-40B4-BE49-F238E27FC236}">
                <a16:creationId xmlns:a16="http://schemas.microsoft.com/office/drawing/2014/main" id="{AD659100-F688-4CF4-A659-99CFFA27A851}"/>
              </a:ext>
            </a:extLst>
          </p:cNvPr>
          <p:cNvSpPr>
            <a:spLocks xmlns:a="http://schemas.openxmlformats.org/drawingml/2006/main" noGrp="1"/>
          </p:cNvSpPr>
          <p:nvPr/>
        </p:nvSpPr>
        <p:spPr>
          <a:xfrm xmlns:a="http://schemas.openxmlformats.org/drawingml/2006/main">
            <a:off x="990600" y="54959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Prefer directions with clearance</a:t>
            </a:r>
          </a:p>
        </p:txBody>
      </p:sp>
      <p:sp>
        <p:nvSpPr>
          <p:cNvPr id="19" name="">
            <a:extLst xmlns:a="http://schemas.openxmlformats.org/drawingml/2006/main">
              <a:ext uri="{FF2B5EF4-FFF2-40B4-BE49-F238E27FC236}">
                <a16:creationId xmlns:a16="http://schemas.microsoft.com/office/drawing/2014/main" id="{72AE51FB-4D41-4EFF-8978-AF3FB391A2D7}"/>
              </a:ext>
            </a:extLst>
          </p:cNvPr>
          <p:cNvSpPr>
            <a:spLocks xmlns:a="http://schemas.openxmlformats.org/drawingml/2006/main" noGrp="1"/>
          </p:cNvSpPr>
          <p:nvPr/>
        </p:nvSpPr>
        <p:spPr>
          <a:xfrm xmlns:a="http://schemas.openxmlformats.org/drawingml/2006/main">
            <a:off x="3810000" y="2790825"/>
            <a:ext cx="952500" cy="3810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9D16509-A10C-46D0-8818-448BCE3A8A7E}"/>
              </a:ext>
            </a:extLst>
          </p:cNvPr>
          <p:cNvSpPr>
            <a:spLocks xmlns:a="http://schemas.openxmlformats.org/drawingml/2006/main" noGrp="1"/>
          </p:cNvSpPr>
          <p:nvPr/>
        </p:nvSpPr>
        <p:spPr>
          <a:xfrm xmlns:a="http://schemas.openxmlformats.org/drawingml/2006/main">
            <a:off x="3810000" y="4124325"/>
            <a:ext cx="952500" cy="3810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BFB35FA-FB4F-4FCE-80F6-FA87BABBE227}"/>
              </a:ext>
            </a:extLst>
          </p:cNvPr>
          <p:cNvSpPr>
            <a:spLocks xmlns:a="http://schemas.openxmlformats.org/drawingml/2006/main" noGrp="1"/>
          </p:cNvSpPr>
          <p:nvPr/>
        </p:nvSpPr>
        <p:spPr>
          <a:xfrm xmlns:a="http://schemas.openxmlformats.org/drawingml/2006/main">
            <a:off x="3810000" y="5457825"/>
            <a:ext cx="952500" cy="3810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951F641-7C0A-4E0D-96E5-C9C95762A0E3}"/>
              </a:ext>
            </a:extLst>
          </p:cNvPr>
          <p:cNvSpPr>
            <a:spLocks xmlns:a="http://schemas.openxmlformats.org/drawingml/2006/main" noGrp="1"/>
          </p:cNvSpPr>
          <p:nvPr/>
        </p:nvSpPr>
        <p:spPr>
          <a:xfrm xmlns:a="http://schemas.openxmlformats.org/drawingml/2006/main">
            <a:off x="4953000" y="3400425"/>
            <a:ext cx="1809750" cy="1809750"/>
          </a:xfrm>
          <a:prstGeom xmlns:a="http://schemas.openxmlformats.org/drawingml/2006/main" prst="ellipse">
            <a:avLst/>
          </a:prstGeom>
          <a:solidFill xmlns:a="http://schemas.openxmlformats.org/drawingml/2006/main">
            <a:srgbClr val="16243A"/>
          </a:solidFill>
          <a:ln xmlns:a="http://schemas.openxmlformats.org/drawingml/2006/main" w="14288">
            <a:solidFill>
              <a:srgbClr val="4BA7FF"/>
            </a:solidFill>
            <a:prstDash val="solid"/>
          </a:ln>
        </p:spPr>
      </p:sp>
      <p:sp>
        <p:nvSpPr>
          <p:cNvPr id="23" name="">
            <a:extLst xmlns:a="http://schemas.openxmlformats.org/drawingml/2006/main">
              <a:ext uri="{FF2B5EF4-FFF2-40B4-BE49-F238E27FC236}">
                <a16:creationId xmlns:a16="http://schemas.microsoft.com/office/drawing/2014/main" id="{99A9CE2D-EE0D-4840-94D5-44613ECA93D9}"/>
              </a:ext>
            </a:extLst>
          </p:cNvPr>
          <p:cNvSpPr>
            <a:spLocks xmlns:a="http://schemas.openxmlformats.org/drawingml/2006/main" noGrp="1"/>
          </p:cNvSpPr>
          <p:nvPr/>
        </p:nvSpPr>
        <p:spPr>
          <a:xfrm xmlns:a="http://schemas.openxmlformats.org/drawingml/2006/main">
            <a:off x="5143500" y="3952875"/>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650" b="1">
                <a:solidFill>
                  <a:srgbClr val="F5F7FB"/>
                </a:solidFill>
                <a:latin typeface="Aptos"/>
                <a:ea typeface="Aptos"/>
                <a:cs typeface="Aptos"/>
              </a:defRPr>
            </a:defPPr>
            <a:lvl1pPr>
              <a:defRPr sz="1650" b="1">
                <a:solidFill>
                  <a:srgbClr val="F5F7FB"/>
                </a:solidFill>
                <a:latin typeface="Aptos"/>
                <a:ea typeface="Aptos"/>
                <a:cs typeface="Aptos"/>
              </a:defRPr>
            </a:lvl1pPr>
            <a:lvl2pPr>
              <a:defRPr sz="1650" b="1">
                <a:solidFill>
                  <a:srgbClr val="F5F7FB"/>
                </a:solidFill>
                <a:latin typeface="Aptos"/>
                <a:ea typeface="Aptos"/>
                <a:cs typeface="Aptos"/>
              </a:defRPr>
            </a:lvl2pPr>
            <a:lvl3pPr>
              <a:defRPr sz="1650" b="1">
                <a:solidFill>
                  <a:srgbClr val="F5F7FB"/>
                </a:solidFill>
                <a:latin typeface="Aptos"/>
                <a:ea typeface="Aptos"/>
                <a:cs typeface="Aptos"/>
              </a:defRPr>
            </a:lvl3pPr>
            <a:lvl4pPr>
              <a:defRPr sz="1650" b="1">
                <a:solidFill>
                  <a:srgbClr val="F5F7FB"/>
                </a:solidFill>
                <a:latin typeface="Aptos"/>
                <a:ea typeface="Aptos"/>
                <a:cs typeface="Aptos"/>
              </a:defRPr>
            </a:lvl4pPr>
            <a:lvl5pPr>
              <a:defRPr sz="1650" b="1">
                <a:solidFill>
                  <a:srgbClr val="F5F7FB"/>
                </a:solidFill>
                <a:latin typeface="Aptos"/>
                <a:ea typeface="Aptos"/>
                <a:cs typeface="Aptos"/>
              </a:defRPr>
            </a:lvl5pPr>
            <a:lvl6pPr>
              <a:defRPr sz="1650" b="1">
                <a:solidFill>
                  <a:srgbClr val="F5F7FB"/>
                </a:solidFill>
                <a:latin typeface="Aptos"/>
                <a:ea typeface="Aptos"/>
                <a:cs typeface="Aptos"/>
              </a:defRPr>
            </a:lvl6pPr>
            <a:lvl7pPr>
              <a:defRPr sz="1650" b="1">
                <a:solidFill>
                  <a:srgbClr val="F5F7FB"/>
                </a:solidFill>
                <a:latin typeface="Aptos"/>
                <a:ea typeface="Aptos"/>
                <a:cs typeface="Aptos"/>
              </a:defRPr>
            </a:lvl7pPr>
            <a:lvl8pPr>
              <a:defRPr sz="1650" b="1">
                <a:solidFill>
                  <a:srgbClr val="F5F7FB"/>
                </a:solidFill>
                <a:latin typeface="Aptos"/>
                <a:ea typeface="Aptos"/>
                <a:cs typeface="Aptos"/>
              </a:defRPr>
            </a:lvl8pPr>
            <a:lvl9pPr>
              <a:defRPr sz="1650" b="1">
                <a:solidFill>
                  <a:srgbClr val="F5F7FB"/>
                </a:solidFill>
                <a:latin typeface="Aptos"/>
                <a:ea typeface="Aptos"/>
                <a:cs typeface="Aptos"/>
              </a:defRPr>
            </a:lvl9pPr>
          </a:lstStyle>
          <a:p xmlns:a="http://schemas.openxmlformats.org/drawingml/2006/main">
            <a:pPr>
              <a:defRPr sz="1650" b="1">
                <a:solidFill>
                  <a:srgbClr val="F5F7FB"/>
                </a:solidFill>
                <a:latin typeface="Aptos"/>
                <a:ea typeface="Aptos"/>
                <a:cs typeface="Aptos"/>
              </a:defRPr>
            </a:pPr>
            <a:r>
              <a:rPr sz="1650" b="1">
                <a:solidFill>
                  <a:srgbClr val="F5F7FB"/>
                </a:solidFill>
                <a:latin typeface="Aptos"/>
                <a:ea typeface="Aptos"/>
                <a:cs typeface="Aptos"/>
              </a:rPr>
              <a:t>DESIRED</a:t>
            </a:r>
          </a:p>
          <a:p xmlns:a="http://schemas.openxmlformats.org/drawingml/2006/main">
            <a:pPr>
              <a:defRPr sz="1650" b="1">
                <a:solidFill>
                  <a:srgbClr val="F5F7FB"/>
                </a:solidFill>
                <a:latin typeface="Aptos"/>
                <a:ea typeface="Aptos"/>
                <a:cs typeface="Aptos"/>
              </a:defRPr>
            </a:pPr>
            <a:r>
              <a:rPr sz="1650" b="1">
                <a:solidFill>
                  <a:srgbClr val="F5F7FB"/>
                </a:solidFill>
                <a:latin typeface="Aptos"/>
                <a:ea typeface="Aptos"/>
                <a:cs typeface="Aptos"/>
              </a:rPr>
              <a:t>VELOCITY</a:t>
            </a:r>
          </a:p>
        </p:txBody>
      </p:sp>
      <p:sp>
        <p:nvSpPr>
          <p:cNvPr id="24" name="">
            <a:extLst xmlns:a="http://schemas.openxmlformats.org/drawingml/2006/main">
              <a:ext uri="{FF2B5EF4-FFF2-40B4-BE49-F238E27FC236}">
                <a16:creationId xmlns:a16="http://schemas.microsoft.com/office/drawing/2014/main" id="{422332E3-02A2-4603-9024-97D0475E9347}"/>
              </a:ext>
            </a:extLst>
          </p:cNvPr>
          <p:cNvSpPr>
            <a:spLocks xmlns:a="http://schemas.openxmlformats.org/drawingml/2006/main" noGrp="1"/>
          </p:cNvSpPr>
          <p:nvPr/>
        </p:nvSpPr>
        <p:spPr>
          <a:xfrm xmlns:a="http://schemas.openxmlformats.org/drawingml/2006/main">
            <a:off x="6762750" y="4276725"/>
            <a:ext cx="904875" cy="381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1271676-2D7C-4212-A0E6-E030B1D425F8}"/>
              </a:ext>
            </a:extLst>
          </p:cNvPr>
          <p:cNvSpPr>
            <a:spLocks xmlns:a="http://schemas.openxmlformats.org/drawingml/2006/main" noGrp="1"/>
          </p:cNvSpPr>
          <p:nvPr/>
        </p:nvSpPr>
        <p:spPr>
          <a:xfrm xmlns:a="http://schemas.openxmlformats.org/drawingml/2006/main">
            <a:off x="7858125" y="3714750"/>
            <a:ext cx="3286125" cy="1143000"/>
          </a:xfrm>
          <a:prstGeom xmlns:a="http://schemas.openxmlformats.org/drawingml/2006/main" prst="roundRect">
            <a:avLst>
              <a:gd name="adj" fmla="val 10000"/>
            </a:avLst>
          </a:prstGeom>
          <a:solidFill xmlns:a="http://schemas.openxmlformats.org/drawingml/2006/main">
            <a:srgbClr val="16243A"/>
          </a:solidFill>
          <a:ln xmlns:a="http://schemas.openxmlformats.org/drawingml/2006/main" w="14288">
            <a:solidFill>
              <a:srgbClr val="FFC857"/>
            </a:solidFill>
            <a:prstDash val="solid"/>
          </a:ln>
        </p:spPr>
      </p:sp>
      <p:sp>
        <p:nvSpPr>
          <p:cNvPr id="26" name="">
            <a:extLst xmlns:a="http://schemas.openxmlformats.org/drawingml/2006/main">
              <a:ext uri="{FF2B5EF4-FFF2-40B4-BE49-F238E27FC236}">
                <a16:creationId xmlns:a16="http://schemas.microsoft.com/office/drawing/2014/main" id="{975FAB66-DEFE-4D10-8320-371DBDBBD467}"/>
              </a:ext>
            </a:extLst>
          </p:cNvPr>
          <p:cNvSpPr>
            <a:spLocks xmlns:a="http://schemas.openxmlformats.org/drawingml/2006/main" noGrp="1"/>
          </p:cNvSpPr>
          <p:nvPr/>
        </p:nvSpPr>
        <p:spPr>
          <a:xfrm xmlns:a="http://schemas.openxmlformats.org/drawingml/2006/main">
            <a:off x="7858125" y="3714750"/>
            <a:ext cx="76200" cy="11430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9774531-6366-4F07-B61B-FD10610799A7}"/>
              </a:ext>
            </a:extLst>
          </p:cNvPr>
          <p:cNvSpPr>
            <a:spLocks xmlns:a="http://schemas.openxmlformats.org/drawingml/2006/main" noGrp="1"/>
          </p:cNvSpPr>
          <p:nvPr/>
        </p:nvSpPr>
        <p:spPr>
          <a:xfrm xmlns:a="http://schemas.openxmlformats.org/drawingml/2006/main">
            <a:off x="8086725" y="3886200"/>
            <a:ext cx="2886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SAFE MOVEMENT</a:t>
            </a:r>
          </a:p>
        </p:txBody>
      </p:sp>
      <p:sp>
        <p:nvSpPr>
          <p:cNvPr id="28" name="">
            <a:extLst xmlns:a="http://schemas.openxmlformats.org/drawingml/2006/main">
              <a:ext uri="{FF2B5EF4-FFF2-40B4-BE49-F238E27FC236}">
                <a16:creationId xmlns:a16="http://schemas.microsoft.com/office/drawing/2014/main" id="{CEE1D8F7-02B3-4B31-AEDA-C45C409BC2AB}"/>
              </a:ext>
            </a:extLst>
          </p:cNvPr>
          <p:cNvSpPr>
            <a:spLocks xmlns:a="http://schemas.openxmlformats.org/drawingml/2006/main" noGrp="1"/>
          </p:cNvSpPr>
          <p:nvPr/>
        </p:nvSpPr>
        <p:spPr>
          <a:xfrm xmlns:a="http://schemas.openxmlformats.org/drawingml/2006/main">
            <a:off x="8086725" y="4210050"/>
            <a:ext cx="2886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Acceleration, swept collision, sliding, camera-zone clamp</a:t>
            </a:r>
          </a:p>
        </p:txBody>
      </p:sp>
      <p:sp>
        <p:nvSpPr>
          <p:cNvPr id="29" name="">
            <a:extLst xmlns:a="http://schemas.openxmlformats.org/drawingml/2006/main">
              <a:ext uri="{FF2B5EF4-FFF2-40B4-BE49-F238E27FC236}">
                <a16:creationId xmlns:a16="http://schemas.microsoft.com/office/drawing/2014/main" id="{3653F339-65AC-4F1B-8775-9883C46BC1B6}"/>
              </a:ext>
            </a:extLst>
          </p:cNvPr>
          <p:cNvSpPr>
            <a:spLocks xmlns:a="http://schemas.openxmlformats.org/drawingml/2006/main" noGrp="1"/>
          </p:cNvSpPr>
          <p:nvPr/>
        </p:nvSpPr>
        <p:spPr>
          <a:xfrm xmlns:a="http://schemas.openxmlformats.org/drawingml/2006/main">
            <a:off x="6572250" y="54768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77"/>
          </a:bodyPr>
          <a:lstStyle xmlns:a="http://schemas.openxmlformats.org/drawingml/2006/main">
            <a:defPPr>
              <a:defRPr sz="1500" b="1">
                <a:solidFill>
                  <a:srgbClr val="F5F7FB"/>
                </a:solidFill>
                <a:latin typeface="Aptos"/>
                <a:ea typeface="Aptos"/>
                <a:cs typeface="Aptos"/>
              </a:defRPr>
            </a:defPPr>
            <a:lvl1pPr>
              <a:defRPr sz="1500" b="1">
                <a:solidFill>
                  <a:srgbClr val="F5F7FB"/>
                </a:solidFill>
                <a:latin typeface="Aptos"/>
                <a:ea typeface="Aptos"/>
                <a:cs typeface="Aptos"/>
              </a:defRPr>
            </a:lvl1pPr>
            <a:lvl2pPr>
              <a:defRPr sz="1500" b="1">
                <a:solidFill>
                  <a:srgbClr val="F5F7FB"/>
                </a:solidFill>
                <a:latin typeface="Aptos"/>
                <a:ea typeface="Aptos"/>
                <a:cs typeface="Aptos"/>
              </a:defRPr>
            </a:lvl2pPr>
            <a:lvl3pPr>
              <a:defRPr sz="1500" b="1">
                <a:solidFill>
                  <a:srgbClr val="F5F7FB"/>
                </a:solidFill>
                <a:latin typeface="Aptos"/>
                <a:ea typeface="Aptos"/>
                <a:cs typeface="Aptos"/>
              </a:defRPr>
            </a:lvl3pPr>
            <a:lvl4pPr>
              <a:defRPr sz="1500" b="1">
                <a:solidFill>
                  <a:srgbClr val="F5F7FB"/>
                </a:solidFill>
                <a:latin typeface="Aptos"/>
                <a:ea typeface="Aptos"/>
                <a:cs typeface="Aptos"/>
              </a:defRPr>
            </a:lvl4pPr>
            <a:lvl5pPr>
              <a:defRPr sz="1500" b="1">
                <a:solidFill>
                  <a:srgbClr val="F5F7FB"/>
                </a:solidFill>
                <a:latin typeface="Aptos"/>
                <a:ea typeface="Aptos"/>
                <a:cs typeface="Aptos"/>
              </a:defRPr>
            </a:lvl5pPr>
            <a:lvl6pPr>
              <a:defRPr sz="1500" b="1">
                <a:solidFill>
                  <a:srgbClr val="F5F7FB"/>
                </a:solidFill>
                <a:latin typeface="Aptos"/>
                <a:ea typeface="Aptos"/>
                <a:cs typeface="Aptos"/>
              </a:defRPr>
            </a:lvl6pPr>
            <a:lvl7pPr>
              <a:defRPr sz="1500" b="1">
                <a:solidFill>
                  <a:srgbClr val="F5F7FB"/>
                </a:solidFill>
                <a:latin typeface="Aptos"/>
                <a:ea typeface="Aptos"/>
                <a:cs typeface="Aptos"/>
              </a:defRPr>
            </a:lvl7pPr>
            <a:lvl8pPr>
              <a:defRPr sz="1500" b="1">
                <a:solidFill>
                  <a:srgbClr val="F5F7FB"/>
                </a:solidFill>
                <a:latin typeface="Aptos"/>
                <a:ea typeface="Aptos"/>
                <a:cs typeface="Aptos"/>
              </a:defRPr>
            </a:lvl8pPr>
            <a:lvl9pPr>
              <a:defRPr sz="1500" b="1">
                <a:solidFill>
                  <a:srgbClr val="F5F7FB"/>
                </a:solidFill>
                <a:latin typeface="Aptos"/>
                <a:ea typeface="Aptos"/>
                <a:cs typeface="Aptos"/>
              </a:defRPr>
            </a:lvl9pPr>
          </a:lstStyle>
          <a:p xmlns:a="http://schemas.openxmlformats.org/drawingml/2006/main">
            <a:pPr>
              <a:defRPr sz="1500" b="1">
                <a:solidFill>
                  <a:srgbClr val="F5F7FB"/>
                </a:solidFill>
                <a:latin typeface="Aptos"/>
                <a:ea typeface="Aptos"/>
                <a:cs typeface="Aptos"/>
              </a:defRPr>
            </a:pPr>
            <a:r>
              <a:rPr sz="1500" b="1">
                <a:solidFill>
                  <a:srgbClr val="F5F7FB"/>
                </a:solidFill>
                <a:latin typeface="Aptos"/>
                <a:ea typeface="Aptos"/>
                <a:cs typeface="Aptos"/>
              </a:rPr>
              <a:t>Local steering handles nearby geometry without a full path planner</a:t>
            </a:r>
          </a:p>
        </p:txBody>
      </p:sp>
    </p:spTree>
    <p:extLst>
      <p:ext uri="{BB962C8B-B14F-4D97-AF65-F5344CB8AC3E}">
        <p14:creationId xmlns:p14="http://schemas.microsoft.com/office/powerpoint/2010/main" val="2041994074"/>
      </p:ext>
    </p:extLst>
  </p:cSld>
</p:sld>
</file>

<file path=ppt/slides/slide9.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B655479-35E1-4963-A141-D40B14064B1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BA7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479366-2254-4685-B709-27FD012FD10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GAMEPLAY INTEGRATION</a:t>
            </a:r>
          </a:p>
        </p:txBody>
      </p:sp>
      <p:sp>
        <p:nvSpPr>
          <p:cNvPr id="3" name="">
            <a:extLst xmlns:a="http://schemas.openxmlformats.org/drawingml/2006/main">
              <a:ext uri="{FF2B5EF4-FFF2-40B4-BE49-F238E27FC236}">
                <a16:creationId xmlns:a16="http://schemas.microsoft.com/office/drawing/2014/main" id="{9E8C4C40-BD4F-4B6C-836F-0572F0ED53BE}"/>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Combat, color, and arena lifecycle</a:t>
            </a:r>
          </a:p>
        </p:txBody>
      </p:sp>
      <p:sp>
        <p:nvSpPr>
          <p:cNvPr id="4" name="">
            <a:extLst xmlns:a="http://schemas.openxmlformats.org/drawingml/2006/main">
              <a:ext uri="{FF2B5EF4-FFF2-40B4-BE49-F238E27FC236}">
                <a16:creationId xmlns:a16="http://schemas.microsoft.com/office/drawing/2014/main" id="{C223CCF2-2578-4967-9C3D-098334DC2E96}"/>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94D814-22FA-47C5-B25B-A54269B6D837}"/>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86AC3847-22EF-4122-88BB-2268A37E85E4}"/>
              </a:ext>
            </a:extLst>
          </p:cNvPr>
          <p:cNvSpPr>
            <a:spLocks xmlns:a="http://schemas.openxmlformats.org/drawingml/2006/main" noGrp="1"/>
          </p:cNvSpPr>
          <p:nvPr/>
        </p:nvSpPr>
        <p:spPr>
          <a:xfrm xmlns:a="http://schemas.openxmlformats.org/drawingml/2006/main">
            <a:off x="523875" y="2238375"/>
            <a:ext cx="1857375"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4BA7FF"/>
            </a:solidFill>
            <a:prstDash val="solid"/>
          </a:ln>
        </p:spPr>
      </p:sp>
      <p:sp>
        <p:nvSpPr>
          <p:cNvPr id="7" name="">
            <a:extLst xmlns:a="http://schemas.openxmlformats.org/drawingml/2006/main">
              <a:ext uri="{FF2B5EF4-FFF2-40B4-BE49-F238E27FC236}">
                <a16:creationId xmlns:a16="http://schemas.microsoft.com/office/drawing/2014/main" id="{0FE1F620-7E6D-48AC-9485-DBD1C2F0E779}"/>
              </a:ext>
            </a:extLst>
          </p:cNvPr>
          <p:cNvSpPr>
            <a:spLocks xmlns:a="http://schemas.openxmlformats.org/drawingml/2006/main" noGrp="1"/>
          </p:cNvSpPr>
          <p:nvPr/>
        </p:nvSpPr>
        <p:spPr>
          <a:xfrm xmlns:a="http://schemas.openxmlformats.org/drawingml/2006/main">
            <a:off x="695325" y="2533650"/>
            <a:ext cx="1514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defRPr sz="1275" b="1">
                <a:solidFill>
                  <a:srgbClr val="4BA7FF"/>
                </a:solidFill>
                <a:latin typeface="Aptos"/>
                <a:ea typeface="Aptos"/>
                <a:cs typeface="Aptos"/>
              </a:defRPr>
            </a:defPPr>
            <a:lvl1pPr>
              <a:defRPr sz="1275" b="1">
                <a:solidFill>
                  <a:srgbClr val="4BA7FF"/>
                </a:solidFill>
                <a:latin typeface="Aptos"/>
                <a:ea typeface="Aptos"/>
                <a:cs typeface="Aptos"/>
              </a:defRPr>
            </a:lvl1pPr>
            <a:lvl2pPr>
              <a:defRPr sz="1275" b="1">
                <a:solidFill>
                  <a:srgbClr val="4BA7FF"/>
                </a:solidFill>
                <a:latin typeface="Aptos"/>
                <a:ea typeface="Aptos"/>
                <a:cs typeface="Aptos"/>
              </a:defRPr>
            </a:lvl2pPr>
            <a:lvl3pPr>
              <a:defRPr sz="1275" b="1">
                <a:solidFill>
                  <a:srgbClr val="4BA7FF"/>
                </a:solidFill>
                <a:latin typeface="Aptos"/>
                <a:ea typeface="Aptos"/>
                <a:cs typeface="Aptos"/>
              </a:defRPr>
            </a:lvl3pPr>
            <a:lvl4pPr>
              <a:defRPr sz="1275" b="1">
                <a:solidFill>
                  <a:srgbClr val="4BA7FF"/>
                </a:solidFill>
                <a:latin typeface="Aptos"/>
                <a:ea typeface="Aptos"/>
                <a:cs typeface="Aptos"/>
              </a:defRPr>
            </a:lvl4pPr>
            <a:lvl5pPr>
              <a:defRPr sz="1275" b="1">
                <a:solidFill>
                  <a:srgbClr val="4BA7FF"/>
                </a:solidFill>
                <a:latin typeface="Aptos"/>
                <a:ea typeface="Aptos"/>
                <a:cs typeface="Aptos"/>
              </a:defRPr>
            </a:lvl5pPr>
            <a:lvl6pPr>
              <a:defRPr sz="1275" b="1">
                <a:solidFill>
                  <a:srgbClr val="4BA7FF"/>
                </a:solidFill>
                <a:latin typeface="Aptos"/>
                <a:ea typeface="Aptos"/>
                <a:cs typeface="Aptos"/>
              </a:defRPr>
            </a:lvl6pPr>
            <a:lvl7pPr>
              <a:defRPr sz="1275" b="1">
                <a:solidFill>
                  <a:srgbClr val="4BA7FF"/>
                </a:solidFill>
                <a:latin typeface="Aptos"/>
                <a:ea typeface="Aptos"/>
                <a:cs typeface="Aptos"/>
              </a:defRPr>
            </a:lvl7pPr>
            <a:lvl8pPr>
              <a:defRPr sz="1275" b="1">
                <a:solidFill>
                  <a:srgbClr val="4BA7FF"/>
                </a:solidFill>
                <a:latin typeface="Aptos"/>
                <a:ea typeface="Aptos"/>
                <a:cs typeface="Aptos"/>
              </a:defRPr>
            </a:lvl8pPr>
            <a:lvl9pPr>
              <a:defRPr sz="1275" b="1">
                <a:solidFill>
                  <a:srgbClr val="4BA7FF"/>
                </a:solidFill>
                <a:latin typeface="Aptos"/>
                <a:ea typeface="Aptos"/>
                <a:cs typeface="Aptos"/>
              </a:defRPr>
            </a:lvl9pPr>
          </a:lstStyle>
          <a:p xmlns:a="http://schemas.openxmlformats.org/drawingml/2006/main">
            <a:pPr>
              <a:defRPr sz="1275" b="1">
                <a:solidFill>
                  <a:srgbClr val="4BA7FF"/>
                </a:solidFill>
                <a:latin typeface="Aptos"/>
                <a:ea typeface="Aptos"/>
                <a:cs typeface="Aptos"/>
              </a:defRPr>
            </a:pPr>
            <a:r>
              <a:rPr sz="1275" b="1">
                <a:solidFill>
                  <a:srgbClr val="4BA7FF"/>
                </a:solidFill>
                <a:latin typeface="Aptos"/>
                <a:ea typeface="Aptos"/>
                <a:cs typeface="Aptos"/>
              </a:rPr>
              <a:t>MATCHING</a:t>
            </a:r>
          </a:p>
          <a:p xmlns:a="http://schemas.openxmlformats.org/drawingml/2006/main">
            <a:pPr>
              <a:defRPr sz="1275" b="1">
                <a:solidFill>
                  <a:srgbClr val="4BA7FF"/>
                </a:solidFill>
                <a:latin typeface="Aptos"/>
                <a:ea typeface="Aptos"/>
                <a:cs typeface="Aptos"/>
              </a:defRPr>
            </a:pPr>
            <a:r>
              <a:rPr sz="1275" b="1">
                <a:solidFill>
                  <a:srgbClr val="4BA7FF"/>
                </a:solidFill>
                <a:latin typeface="Aptos"/>
                <a:ea typeface="Aptos"/>
                <a:cs typeface="Aptos"/>
              </a:rPr>
              <a:t>PROJECTILE</a:t>
            </a:r>
          </a:p>
        </p:txBody>
      </p:sp>
      <p:sp>
        <p:nvSpPr>
          <p:cNvPr id="8" name="">
            <a:extLst xmlns:a="http://schemas.openxmlformats.org/drawingml/2006/main">
              <a:ext uri="{FF2B5EF4-FFF2-40B4-BE49-F238E27FC236}">
                <a16:creationId xmlns:a16="http://schemas.microsoft.com/office/drawing/2014/main" id="{C9EFF20A-B960-4555-988B-B5471F45EEFE}"/>
              </a:ext>
            </a:extLst>
          </p:cNvPr>
          <p:cNvSpPr>
            <a:spLocks xmlns:a="http://schemas.openxmlformats.org/drawingml/2006/main" noGrp="1"/>
          </p:cNvSpPr>
          <p:nvPr/>
        </p:nvSpPr>
        <p:spPr>
          <a:xfrm xmlns:a="http://schemas.openxmlformats.org/drawingml/2006/main">
            <a:off x="2381250" y="2724150"/>
            <a:ext cx="447675" cy="3810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3BD3F0-1D83-4B17-ABCB-23323BE72382}"/>
              </a:ext>
            </a:extLst>
          </p:cNvPr>
          <p:cNvSpPr>
            <a:spLocks xmlns:a="http://schemas.openxmlformats.org/drawingml/2006/main" noGrp="1"/>
          </p:cNvSpPr>
          <p:nvPr/>
        </p:nvSpPr>
        <p:spPr>
          <a:xfrm xmlns:a="http://schemas.openxmlformats.org/drawingml/2006/main">
            <a:off x="2828925" y="2238375"/>
            <a:ext cx="1857375"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F04E5E"/>
            </a:solidFill>
            <a:prstDash val="solid"/>
          </a:ln>
        </p:spPr>
      </p:sp>
      <p:sp>
        <p:nvSpPr>
          <p:cNvPr id="10" name="">
            <a:extLst xmlns:a="http://schemas.openxmlformats.org/drawingml/2006/main">
              <a:ext uri="{FF2B5EF4-FFF2-40B4-BE49-F238E27FC236}">
                <a16:creationId xmlns:a16="http://schemas.microsoft.com/office/drawing/2014/main" id="{DAD9E7FF-96E5-4993-BB43-F941B434A087}"/>
              </a:ext>
            </a:extLst>
          </p:cNvPr>
          <p:cNvSpPr>
            <a:spLocks xmlns:a="http://schemas.openxmlformats.org/drawingml/2006/main" noGrp="1"/>
          </p:cNvSpPr>
          <p:nvPr/>
        </p:nvSpPr>
        <p:spPr>
          <a:xfrm xmlns:a="http://schemas.openxmlformats.org/drawingml/2006/main">
            <a:off x="3000375" y="2533650"/>
            <a:ext cx="1514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defRPr sz="1275" b="1">
                <a:solidFill>
                  <a:srgbClr val="F04E5E"/>
                </a:solidFill>
                <a:latin typeface="Aptos"/>
                <a:ea typeface="Aptos"/>
                <a:cs typeface="Aptos"/>
              </a:defRPr>
            </a:defPPr>
            <a:lvl1pPr>
              <a:defRPr sz="1275" b="1">
                <a:solidFill>
                  <a:srgbClr val="F04E5E"/>
                </a:solidFill>
                <a:latin typeface="Aptos"/>
                <a:ea typeface="Aptos"/>
                <a:cs typeface="Aptos"/>
              </a:defRPr>
            </a:lvl1pPr>
            <a:lvl2pPr>
              <a:defRPr sz="1275" b="1">
                <a:solidFill>
                  <a:srgbClr val="F04E5E"/>
                </a:solidFill>
                <a:latin typeface="Aptos"/>
                <a:ea typeface="Aptos"/>
                <a:cs typeface="Aptos"/>
              </a:defRPr>
            </a:lvl2pPr>
            <a:lvl3pPr>
              <a:defRPr sz="1275" b="1">
                <a:solidFill>
                  <a:srgbClr val="F04E5E"/>
                </a:solidFill>
                <a:latin typeface="Aptos"/>
                <a:ea typeface="Aptos"/>
                <a:cs typeface="Aptos"/>
              </a:defRPr>
            </a:lvl3pPr>
            <a:lvl4pPr>
              <a:defRPr sz="1275" b="1">
                <a:solidFill>
                  <a:srgbClr val="F04E5E"/>
                </a:solidFill>
                <a:latin typeface="Aptos"/>
                <a:ea typeface="Aptos"/>
                <a:cs typeface="Aptos"/>
              </a:defRPr>
            </a:lvl4pPr>
            <a:lvl5pPr>
              <a:defRPr sz="1275" b="1">
                <a:solidFill>
                  <a:srgbClr val="F04E5E"/>
                </a:solidFill>
                <a:latin typeface="Aptos"/>
                <a:ea typeface="Aptos"/>
                <a:cs typeface="Aptos"/>
              </a:defRPr>
            </a:lvl5pPr>
            <a:lvl6pPr>
              <a:defRPr sz="1275" b="1">
                <a:solidFill>
                  <a:srgbClr val="F04E5E"/>
                </a:solidFill>
                <a:latin typeface="Aptos"/>
                <a:ea typeface="Aptos"/>
                <a:cs typeface="Aptos"/>
              </a:defRPr>
            </a:lvl6pPr>
            <a:lvl7pPr>
              <a:defRPr sz="1275" b="1">
                <a:solidFill>
                  <a:srgbClr val="F04E5E"/>
                </a:solidFill>
                <a:latin typeface="Aptos"/>
                <a:ea typeface="Aptos"/>
                <a:cs typeface="Aptos"/>
              </a:defRPr>
            </a:lvl7pPr>
            <a:lvl8pPr>
              <a:defRPr sz="1275" b="1">
                <a:solidFill>
                  <a:srgbClr val="F04E5E"/>
                </a:solidFill>
                <a:latin typeface="Aptos"/>
                <a:ea typeface="Aptos"/>
                <a:cs typeface="Aptos"/>
              </a:defRPr>
            </a:lvl8pPr>
            <a:lvl9pPr>
              <a:defRPr sz="1275" b="1">
                <a:solidFill>
                  <a:srgbClr val="F04E5E"/>
                </a:solidFill>
                <a:latin typeface="Aptos"/>
                <a:ea typeface="Aptos"/>
                <a:cs typeface="Aptos"/>
              </a:defRPr>
            </a:lvl9pPr>
          </a:lstStyle>
          <a:p xmlns:a="http://schemas.openxmlformats.org/drawingml/2006/main">
            <a:pPr>
              <a:defRPr sz="1275" b="1">
                <a:solidFill>
                  <a:srgbClr val="F04E5E"/>
                </a:solidFill>
                <a:latin typeface="Aptos"/>
                <a:ea typeface="Aptos"/>
                <a:cs typeface="Aptos"/>
              </a:defRPr>
            </a:pPr>
            <a:r>
              <a:rPr sz="1275" b="1">
                <a:solidFill>
                  <a:srgbClr val="F04E5E"/>
                </a:solidFill>
                <a:latin typeface="Aptos"/>
                <a:ea typeface="Aptos"/>
                <a:cs typeface="Aptos"/>
              </a:rPr>
              <a:t>HEALTH</a:t>
            </a:r>
          </a:p>
          <a:p xmlns:a="http://schemas.openxmlformats.org/drawingml/2006/main">
            <a:pPr>
              <a:defRPr sz="1275" b="1">
                <a:solidFill>
                  <a:srgbClr val="F04E5E"/>
                </a:solidFill>
                <a:latin typeface="Aptos"/>
                <a:ea typeface="Aptos"/>
                <a:cs typeface="Aptos"/>
              </a:defRPr>
            </a:pPr>
            <a:r>
              <a:rPr sz="1275" b="1">
                <a:solidFill>
                  <a:srgbClr val="F04E5E"/>
                </a:solidFill>
                <a:latin typeface="Aptos"/>
                <a:ea typeface="Aptos"/>
                <a:cs typeface="Aptos"/>
              </a:rPr>
              <a:t>REDUCED</a:t>
            </a:r>
          </a:p>
        </p:txBody>
      </p:sp>
      <p:sp>
        <p:nvSpPr>
          <p:cNvPr id="11" name="">
            <a:extLst xmlns:a="http://schemas.openxmlformats.org/drawingml/2006/main">
              <a:ext uri="{FF2B5EF4-FFF2-40B4-BE49-F238E27FC236}">
                <a16:creationId xmlns:a16="http://schemas.microsoft.com/office/drawing/2014/main" id="{F1FB4CFD-5014-4C99-9A9B-4D0A774A9457}"/>
              </a:ext>
            </a:extLst>
          </p:cNvPr>
          <p:cNvSpPr>
            <a:spLocks xmlns:a="http://schemas.openxmlformats.org/drawingml/2006/main" noGrp="1"/>
          </p:cNvSpPr>
          <p:nvPr/>
        </p:nvSpPr>
        <p:spPr>
          <a:xfrm xmlns:a="http://schemas.openxmlformats.org/drawingml/2006/main">
            <a:off x="4686300" y="2724150"/>
            <a:ext cx="447675" cy="3810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83F83B-4B60-4265-966D-2259B19F7A14}"/>
              </a:ext>
            </a:extLst>
          </p:cNvPr>
          <p:cNvSpPr>
            <a:spLocks xmlns:a="http://schemas.openxmlformats.org/drawingml/2006/main" noGrp="1"/>
          </p:cNvSpPr>
          <p:nvPr/>
        </p:nvSpPr>
        <p:spPr>
          <a:xfrm xmlns:a="http://schemas.openxmlformats.org/drawingml/2006/main">
            <a:off x="5133975" y="2238375"/>
            <a:ext cx="1857375"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FFC857"/>
            </a:solidFill>
            <a:prstDash val="solid"/>
          </a:ln>
        </p:spPr>
      </p:sp>
      <p:sp>
        <p:nvSpPr>
          <p:cNvPr id="13" name="">
            <a:extLst xmlns:a="http://schemas.openxmlformats.org/drawingml/2006/main">
              <a:ext uri="{FF2B5EF4-FFF2-40B4-BE49-F238E27FC236}">
                <a16:creationId xmlns:a16="http://schemas.microsoft.com/office/drawing/2014/main" id="{60D636DE-4DAF-4661-8144-00F94F88289F}"/>
              </a:ext>
            </a:extLst>
          </p:cNvPr>
          <p:cNvSpPr>
            <a:spLocks xmlns:a="http://schemas.openxmlformats.org/drawingml/2006/main" noGrp="1"/>
          </p:cNvSpPr>
          <p:nvPr/>
        </p:nvSpPr>
        <p:spPr>
          <a:xfrm xmlns:a="http://schemas.openxmlformats.org/drawingml/2006/main">
            <a:off x="5305425" y="2533650"/>
            <a:ext cx="1514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defRPr sz="1275" b="1">
                <a:solidFill>
                  <a:srgbClr val="FFC857"/>
                </a:solidFill>
                <a:latin typeface="Aptos"/>
                <a:ea typeface="Aptos"/>
                <a:cs typeface="Aptos"/>
              </a:defRPr>
            </a:defPPr>
            <a:lvl1pPr>
              <a:defRPr sz="1275" b="1">
                <a:solidFill>
                  <a:srgbClr val="FFC857"/>
                </a:solidFill>
                <a:latin typeface="Aptos"/>
                <a:ea typeface="Aptos"/>
                <a:cs typeface="Aptos"/>
              </a:defRPr>
            </a:lvl1pPr>
            <a:lvl2pPr>
              <a:defRPr sz="1275" b="1">
                <a:solidFill>
                  <a:srgbClr val="FFC857"/>
                </a:solidFill>
                <a:latin typeface="Aptos"/>
                <a:ea typeface="Aptos"/>
                <a:cs typeface="Aptos"/>
              </a:defRPr>
            </a:lvl2pPr>
            <a:lvl3pPr>
              <a:defRPr sz="1275" b="1">
                <a:solidFill>
                  <a:srgbClr val="FFC857"/>
                </a:solidFill>
                <a:latin typeface="Aptos"/>
                <a:ea typeface="Aptos"/>
                <a:cs typeface="Aptos"/>
              </a:defRPr>
            </a:lvl3pPr>
            <a:lvl4pPr>
              <a:defRPr sz="1275" b="1">
                <a:solidFill>
                  <a:srgbClr val="FFC857"/>
                </a:solidFill>
                <a:latin typeface="Aptos"/>
                <a:ea typeface="Aptos"/>
                <a:cs typeface="Aptos"/>
              </a:defRPr>
            </a:lvl4pPr>
            <a:lvl5pPr>
              <a:defRPr sz="1275" b="1">
                <a:solidFill>
                  <a:srgbClr val="FFC857"/>
                </a:solidFill>
                <a:latin typeface="Aptos"/>
                <a:ea typeface="Aptos"/>
                <a:cs typeface="Aptos"/>
              </a:defRPr>
            </a:lvl5pPr>
            <a:lvl6pPr>
              <a:defRPr sz="1275" b="1">
                <a:solidFill>
                  <a:srgbClr val="FFC857"/>
                </a:solidFill>
                <a:latin typeface="Aptos"/>
                <a:ea typeface="Aptos"/>
                <a:cs typeface="Aptos"/>
              </a:defRPr>
            </a:lvl6pPr>
            <a:lvl7pPr>
              <a:defRPr sz="1275" b="1">
                <a:solidFill>
                  <a:srgbClr val="FFC857"/>
                </a:solidFill>
                <a:latin typeface="Aptos"/>
                <a:ea typeface="Aptos"/>
                <a:cs typeface="Aptos"/>
              </a:defRPr>
            </a:lvl7pPr>
            <a:lvl8pPr>
              <a:defRPr sz="1275" b="1">
                <a:solidFill>
                  <a:srgbClr val="FFC857"/>
                </a:solidFill>
                <a:latin typeface="Aptos"/>
                <a:ea typeface="Aptos"/>
                <a:cs typeface="Aptos"/>
              </a:defRPr>
            </a:lvl8pPr>
            <a:lvl9pPr>
              <a:defRPr sz="1275" b="1">
                <a:solidFill>
                  <a:srgbClr val="FFC857"/>
                </a:solidFill>
                <a:latin typeface="Aptos"/>
                <a:ea typeface="Aptos"/>
                <a:cs typeface="Aptos"/>
              </a:defRPr>
            </a:lvl9pPr>
          </a:lstStyle>
          <a:p xmlns:a="http://schemas.openxmlformats.org/drawingml/2006/main">
            <a:pPr>
              <a:defRPr sz="1275" b="1">
                <a:solidFill>
                  <a:srgbClr val="FFC857"/>
                </a:solidFill>
                <a:latin typeface="Aptos"/>
                <a:ea typeface="Aptos"/>
                <a:cs typeface="Aptos"/>
              </a:defRPr>
            </a:pPr>
            <a:r>
              <a:rPr sz="1275" b="1">
                <a:solidFill>
                  <a:srgbClr val="FFC857"/>
                </a:solidFill>
                <a:latin typeface="Aptos"/>
                <a:ea typeface="Aptos"/>
                <a:cs typeface="Aptos"/>
              </a:rPr>
              <a:t>ENEMY</a:t>
            </a:r>
          </a:p>
          <a:p xmlns:a="http://schemas.openxmlformats.org/drawingml/2006/main">
            <a:pPr>
              <a:defRPr sz="1275" b="1">
                <a:solidFill>
                  <a:srgbClr val="FFC857"/>
                </a:solidFill>
                <a:latin typeface="Aptos"/>
                <a:ea typeface="Aptos"/>
                <a:cs typeface="Aptos"/>
              </a:defRPr>
            </a:pPr>
            <a:r>
              <a:rPr sz="1275" b="1">
                <a:solidFill>
                  <a:srgbClr val="FFC857"/>
                </a:solidFill>
                <a:latin typeface="Aptos"/>
                <a:ea typeface="Aptos"/>
                <a:cs typeface="Aptos"/>
              </a:rPr>
              <a:t>ELIMINATED</a:t>
            </a:r>
          </a:p>
        </p:txBody>
      </p:sp>
      <p:sp>
        <p:nvSpPr>
          <p:cNvPr id="14" name="">
            <a:extLst xmlns:a="http://schemas.openxmlformats.org/drawingml/2006/main">
              <a:ext uri="{FF2B5EF4-FFF2-40B4-BE49-F238E27FC236}">
                <a16:creationId xmlns:a16="http://schemas.microsoft.com/office/drawing/2014/main" id="{12A7B4B0-9EE2-4577-B78B-4A86157A8043}"/>
              </a:ext>
            </a:extLst>
          </p:cNvPr>
          <p:cNvSpPr>
            <a:spLocks xmlns:a="http://schemas.openxmlformats.org/drawingml/2006/main" noGrp="1"/>
          </p:cNvSpPr>
          <p:nvPr/>
        </p:nvSpPr>
        <p:spPr>
          <a:xfrm xmlns:a="http://schemas.openxmlformats.org/drawingml/2006/main">
            <a:off x="6991350" y="2724150"/>
            <a:ext cx="447675" cy="3810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12ABDDC-55BF-41DF-9044-7DDB12B456F9}"/>
              </a:ext>
            </a:extLst>
          </p:cNvPr>
          <p:cNvSpPr>
            <a:spLocks xmlns:a="http://schemas.openxmlformats.org/drawingml/2006/main" noGrp="1"/>
          </p:cNvSpPr>
          <p:nvPr/>
        </p:nvSpPr>
        <p:spPr>
          <a:xfrm xmlns:a="http://schemas.openxmlformats.org/drawingml/2006/main">
            <a:off x="7439025" y="2238375"/>
            <a:ext cx="1857375"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45D483"/>
            </a:solidFill>
            <a:prstDash val="solid"/>
          </a:ln>
        </p:spPr>
      </p:sp>
      <p:sp>
        <p:nvSpPr>
          <p:cNvPr id="16" name="">
            <a:extLst xmlns:a="http://schemas.openxmlformats.org/drawingml/2006/main">
              <a:ext uri="{FF2B5EF4-FFF2-40B4-BE49-F238E27FC236}">
                <a16:creationId xmlns:a16="http://schemas.microsoft.com/office/drawing/2014/main" id="{7CDFFDF9-836F-4130-B1D5-3F57508EDBA9}"/>
              </a:ext>
            </a:extLst>
          </p:cNvPr>
          <p:cNvSpPr>
            <a:spLocks xmlns:a="http://schemas.openxmlformats.org/drawingml/2006/main" noGrp="1"/>
          </p:cNvSpPr>
          <p:nvPr/>
        </p:nvSpPr>
        <p:spPr>
          <a:xfrm xmlns:a="http://schemas.openxmlformats.org/drawingml/2006/main">
            <a:off x="7610475" y="2533650"/>
            <a:ext cx="1514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defRPr sz="1275" b="1">
                <a:solidFill>
                  <a:srgbClr val="45D483"/>
                </a:solidFill>
                <a:latin typeface="Aptos"/>
                <a:ea typeface="Aptos"/>
                <a:cs typeface="Aptos"/>
              </a:defRPr>
            </a:defPPr>
            <a:lvl1pPr>
              <a:defRPr sz="1275" b="1">
                <a:solidFill>
                  <a:srgbClr val="45D483"/>
                </a:solidFill>
                <a:latin typeface="Aptos"/>
                <a:ea typeface="Aptos"/>
                <a:cs typeface="Aptos"/>
              </a:defRPr>
            </a:lvl1pPr>
            <a:lvl2pPr>
              <a:defRPr sz="1275" b="1">
                <a:solidFill>
                  <a:srgbClr val="45D483"/>
                </a:solidFill>
                <a:latin typeface="Aptos"/>
                <a:ea typeface="Aptos"/>
                <a:cs typeface="Aptos"/>
              </a:defRPr>
            </a:lvl2pPr>
            <a:lvl3pPr>
              <a:defRPr sz="1275" b="1">
                <a:solidFill>
                  <a:srgbClr val="45D483"/>
                </a:solidFill>
                <a:latin typeface="Aptos"/>
                <a:ea typeface="Aptos"/>
                <a:cs typeface="Aptos"/>
              </a:defRPr>
            </a:lvl3pPr>
            <a:lvl4pPr>
              <a:defRPr sz="1275" b="1">
                <a:solidFill>
                  <a:srgbClr val="45D483"/>
                </a:solidFill>
                <a:latin typeface="Aptos"/>
                <a:ea typeface="Aptos"/>
                <a:cs typeface="Aptos"/>
              </a:defRPr>
            </a:lvl4pPr>
            <a:lvl5pPr>
              <a:defRPr sz="1275" b="1">
                <a:solidFill>
                  <a:srgbClr val="45D483"/>
                </a:solidFill>
                <a:latin typeface="Aptos"/>
                <a:ea typeface="Aptos"/>
                <a:cs typeface="Aptos"/>
              </a:defRPr>
            </a:lvl5pPr>
            <a:lvl6pPr>
              <a:defRPr sz="1275" b="1">
                <a:solidFill>
                  <a:srgbClr val="45D483"/>
                </a:solidFill>
                <a:latin typeface="Aptos"/>
                <a:ea typeface="Aptos"/>
                <a:cs typeface="Aptos"/>
              </a:defRPr>
            </a:lvl6pPr>
            <a:lvl7pPr>
              <a:defRPr sz="1275" b="1">
                <a:solidFill>
                  <a:srgbClr val="45D483"/>
                </a:solidFill>
                <a:latin typeface="Aptos"/>
                <a:ea typeface="Aptos"/>
                <a:cs typeface="Aptos"/>
              </a:defRPr>
            </a:lvl7pPr>
            <a:lvl8pPr>
              <a:defRPr sz="1275" b="1">
                <a:solidFill>
                  <a:srgbClr val="45D483"/>
                </a:solidFill>
                <a:latin typeface="Aptos"/>
                <a:ea typeface="Aptos"/>
                <a:cs typeface="Aptos"/>
              </a:defRPr>
            </a:lvl8pPr>
            <a:lvl9pPr>
              <a:defRPr sz="1275" b="1">
                <a:solidFill>
                  <a:srgbClr val="45D483"/>
                </a:solidFill>
                <a:latin typeface="Aptos"/>
                <a:ea typeface="Aptos"/>
                <a:cs typeface="Aptos"/>
              </a:defRPr>
            </a:lvl9pPr>
          </a:lstStyle>
          <a:p xmlns:a="http://schemas.openxmlformats.org/drawingml/2006/main">
            <a:pPr>
              <a:defRPr sz="1275" b="1">
                <a:solidFill>
                  <a:srgbClr val="45D483"/>
                </a:solidFill>
                <a:latin typeface="Aptos"/>
                <a:ea typeface="Aptos"/>
                <a:cs typeface="Aptos"/>
              </a:defRPr>
            </a:pPr>
            <a:r>
              <a:rPr sz="1275" b="1">
                <a:solidFill>
                  <a:srgbClr val="45D483"/>
                </a:solidFill>
                <a:latin typeface="Aptos"/>
                <a:ea typeface="Aptos"/>
                <a:cs typeface="Aptos"/>
              </a:rPr>
              <a:t>PLATFORM COLOR</a:t>
            </a:r>
          </a:p>
          <a:p xmlns:a="http://schemas.openxmlformats.org/drawingml/2006/main">
            <a:pPr>
              <a:defRPr sz="1275" b="1">
                <a:solidFill>
                  <a:srgbClr val="45D483"/>
                </a:solidFill>
                <a:latin typeface="Aptos"/>
                <a:ea typeface="Aptos"/>
                <a:cs typeface="Aptos"/>
              </a:defRPr>
            </a:pPr>
            <a:r>
              <a:rPr sz="1275" b="1">
                <a:solidFill>
                  <a:srgbClr val="45D483"/>
                </a:solidFill>
                <a:latin typeface="Aptos"/>
                <a:ea typeface="Aptos"/>
                <a:cs typeface="Aptos"/>
              </a:rPr>
              <a:t>TRANSFER</a:t>
            </a:r>
          </a:p>
        </p:txBody>
      </p:sp>
      <p:sp>
        <p:nvSpPr>
          <p:cNvPr id="17" name="">
            <a:extLst xmlns:a="http://schemas.openxmlformats.org/drawingml/2006/main">
              <a:ext uri="{FF2B5EF4-FFF2-40B4-BE49-F238E27FC236}">
                <a16:creationId xmlns:a16="http://schemas.microsoft.com/office/drawing/2014/main" id="{D41688AA-C779-47E6-AE55-FEA7CAF315F6}"/>
              </a:ext>
            </a:extLst>
          </p:cNvPr>
          <p:cNvSpPr>
            <a:spLocks xmlns:a="http://schemas.openxmlformats.org/drawingml/2006/main" noGrp="1"/>
          </p:cNvSpPr>
          <p:nvPr/>
        </p:nvSpPr>
        <p:spPr>
          <a:xfrm xmlns:a="http://schemas.openxmlformats.org/drawingml/2006/main">
            <a:off x="9296400" y="2724150"/>
            <a:ext cx="447675" cy="3810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42A44D8-4762-411D-9A72-925195AA3C62}"/>
              </a:ext>
            </a:extLst>
          </p:cNvPr>
          <p:cNvSpPr>
            <a:spLocks xmlns:a="http://schemas.openxmlformats.org/drawingml/2006/main" noGrp="1"/>
          </p:cNvSpPr>
          <p:nvPr/>
        </p:nvSpPr>
        <p:spPr>
          <a:xfrm xmlns:a="http://schemas.openxmlformats.org/drawingml/2006/main">
            <a:off x="9744075" y="2238375"/>
            <a:ext cx="1857375" cy="1000125"/>
          </a:xfrm>
          <a:prstGeom xmlns:a="http://schemas.openxmlformats.org/drawingml/2006/main" prst="roundRect">
            <a:avLst>
              <a:gd name="adj" fmla="val 11429"/>
            </a:avLst>
          </a:prstGeom>
          <a:solidFill xmlns:a="http://schemas.openxmlformats.org/drawingml/2006/main">
            <a:srgbClr val="16243A"/>
          </a:solidFill>
          <a:ln xmlns:a="http://schemas.openxmlformats.org/drawingml/2006/main" w="14288">
            <a:solidFill>
              <a:srgbClr val="4BA7FF"/>
            </a:solidFill>
            <a:prstDash val="solid"/>
          </a:ln>
        </p:spPr>
      </p:sp>
      <p:sp>
        <p:nvSpPr>
          <p:cNvPr id="19" name="">
            <a:extLst xmlns:a="http://schemas.openxmlformats.org/drawingml/2006/main">
              <a:ext uri="{FF2B5EF4-FFF2-40B4-BE49-F238E27FC236}">
                <a16:creationId xmlns:a16="http://schemas.microsoft.com/office/drawing/2014/main" id="{247F5D75-7112-44FF-940A-49B79EEBBF5E}"/>
              </a:ext>
            </a:extLst>
          </p:cNvPr>
          <p:cNvSpPr>
            <a:spLocks xmlns:a="http://schemas.openxmlformats.org/drawingml/2006/main" noGrp="1"/>
          </p:cNvSpPr>
          <p:nvPr/>
        </p:nvSpPr>
        <p:spPr>
          <a:xfrm xmlns:a="http://schemas.openxmlformats.org/drawingml/2006/main">
            <a:off x="9915525" y="2533650"/>
            <a:ext cx="1514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defRPr sz="1275" b="1">
                <a:solidFill>
                  <a:srgbClr val="4BA7FF"/>
                </a:solidFill>
                <a:latin typeface="Aptos"/>
                <a:ea typeface="Aptos"/>
                <a:cs typeface="Aptos"/>
              </a:defRPr>
            </a:defPPr>
            <a:lvl1pPr>
              <a:defRPr sz="1275" b="1">
                <a:solidFill>
                  <a:srgbClr val="4BA7FF"/>
                </a:solidFill>
                <a:latin typeface="Aptos"/>
                <a:ea typeface="Aptos"/>
                <a:cs typeface="Aptos"/>
              </a:defRPr>
            </a:lvl1pPr>
            <a:lvl2pPr>
              <a:defRPr sz="1275" b="1">
                <a:solidFill>
                  <a:srgbClr val="4BA7FF"/>
                </a:solidFill>
                <a:latin typeface="Aptos"/>
                <a:ea typeface="Aptos"/>
                <a:cs typeface="Aptos"/>
              </a:defRPr>
            </a:lvl2pPr>
            <a:lvl3pPr>
              <a:defRPr sz="1275" b="1">
                <a:solidFill>
                  <a:srgbClr val="4BA7FF"/>
                </a:solidFill>
                <a:latin typeface="Aptos"/>
                <a:ea typeface="Aptos"/>
                <a:cs typeface="Aptos"/>
              </a:defRPr>
            </a:lvl3pPr>
            <a:lvl4pPr>
              <a:defRPr sz="1275" b="1">
                <a:solidFill>
                  <a:srgbClr val="4BA7FF"/>
                </a:solidFill>
                <a:latin typeface="Aptos"/>
                <a:ea typeface="Aptos"/>
                <a:cs typeface="Aptos"/>
              </a:defRPr>
            </a:lvl4pPr>
            <a:lvl5pPr>
              <a:defRPr sz="1275" b="1">
                <a:solidFill>
                  <a:srgbClr val="4BA7FF"/>
                </a:solidFill>
                <a:latin typeface="Aptos"/>
                <a:ea typeface="Aptos"/>
                <a:cs typeface="Aptos"/>
              </a:defRPr>
            </a:lvl5pPr>
            <a:lvl6pPr>
              <a:defRPr sz="1275" b="1">
                <a:solidFill>
                  <a:srgbClr val="4BA7FF"/>
                </a:solidFill>
                <a:latin typeface="Aptos"/>
                <a:ea typeface="Aptos"/>
                <a:cs typeface="Aptos"/>
              </a:defRPr>
            </a:lvl6pPr>
            <a:lvl7pPr>
              <a:defRPr sz="1275" b="1">
                <a:solidFill>
                  <a:srgbClr val="4BA7FF"/>
                </a:solidFill>
                <a:latin typeface="Aptos"/>
                <a:ea typeface="Aptos"/>
                <a:cs typeface="Aptos"/>
              </a:defRPr>
            </a:lvl7pPr>
            <a:lvl8pPr>
              <a:defRPr sz="1275" b="1">
                <a:solidFill>
                  <a:srgbClr val="4BA7FF"/>
                </a:solidFill>
                <a:latin typeface="Aptos"/>
                <a:ea typeface="Aptos"/>
                <a:cs typeface="Aptos"/>
              </a:defRPr>
            </a:lvl8pPr>
            <a:lvl9pPr>
              <a:defRPr sz="1275" b="1">
                <a:solidFill>
                  <a:srgbClr val="4BA7FF"/>
                </a:solidFill>
                <a:latin typeface="Aptos"/>
                <a:ea typeface="Aptos"/>
                <a:cs typeface="Aptos"/>
              </a:defRPr>
            </a:lvl9pPr>
          </a:lstStyle>
          <a:p xmlns:a="http://schemas.openxmlformats.org/drawingml/2006/main">
            <a:pPr>
              <a:defRPr sz="1275" b="1">
                <a:solidFill>
                  <a:srgbClr val="4BA7FF"/>
                </a:solidFill>
                <a:latin typeface="Aptos"/>
                <a:ea typeface="Aptos"/>
                <a:cs typeface="Aptos"/>
              </a:defRPr>
            </a:pPr>
            <a:r>
              <a:rPr sz="1275" b="1">
                <a:solidFill>
                  <a:srgbClr val="4BA7FF"/>
                </a:solidFill>
                <a:latin typeface="Aptos"/>
                <a:ea typeface="Aptos"/>
                <a:cs typeface="Aptos"/>
              </a:rPr>
              <a:t>ARENA</a:t>
            </a:r>
          </a:p>
          <a:p xmlns:a="http://schemas.openxmlformats.org/drawingml/2006/main">
            <a:pPr>
              <a:defRPr sz="1275" b="1">
                <a:solidFill>
                  <a:srgbClr val="4BA7FF"/>
                </a:solidFill>
                <a:latin typeface="Aptos"/>
                <a:ea typeface="Aptos"/>
                <a:cs typeface="Aptos"/>
              </a:defRPr>
            </a:pPr>
            <a:r>
              <a:rPr sz="1275" b="1">
                <a:solidFill>
                  <a:srgbClr val="4BA7FF"/>
                </a:solidFill>
                <a:latin typeface="Aptos"/>
                <a:ea typeface="Aptos"/>
                <a:cs typeface="Aptos"/>
              </a:rPr>
              <a:t>RESPAWN</a:t>
            </a:r>
          </a:p>
        </p:txBody>
      </p:sp>
      <p:sp>
        <p:nvSpPr>
          <p:cNvPr id="20" name="">
            <a:extLst xmlns:a="http://schemas.openxmlformats.org/drawingml/2006/main">
              <a:ext uri="{FF2B5EF4-FFF2-40B4-BE49-F238E27FC236}">
                <a16:creationId xmlns:a16="http://schemas.microsoft.com/office/drawing/2014/main" id="{F3779C62-28C3-4819-B4BF-F4383DCDE4AC}"/>
              </a:ext>
            </a:extLst>
          </p:cNvPr>
          <p:cNvSpPr>
            <a:spLocks xmlns:a="http://schemas.openxmlformats.org/drawingml/2006/main" noGrp="1"/>
          </p:cNvSpPr>
          <p:nvPr/>
        </p:nvSpPr>
        <p:spPr>
          <a:xfrm xmlns:a="http://schemas.openxmlformats.org/drawingml/2006/main">
            <a:off x="1524000" y="390525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875" b="1">
                <a:solidFill>
                  <a:srgbClr val="F5F7FB"/>
                </a:solidFill>
                <a:latin typeface="Aptos"/>
                <a:ea typeface="Aptos"/>
                <a:cs typeface="Aptos"/>
              </a:defRPr>
            </a:defPPr>
            <a:lvl1pPr>
              <a:defRPr sz="1875" b="1">
                <a:solidFill>
                  <a:srgbClr val="F5F7FB"/>
                </a:solidFill>
                <a:latin typeface="Aptos"/>
                <a:ea typeface="Aptos"/>
                <a:cs typeface="Aptos"/>
              </a:defRPr>
            </a:lvl1pPr>
            <a:lvl2pPr>
              <a:defRPr sz="1875" b="1">
                <a:solidFill>
                  <a:srgbClr val="F5F7FB"/>
                </a:solidFill>
                <a:latin typeface="Aptos"/>
                <a:ea typeface="Aptos"/>
                <a:cs typeface="Aptos"/>
              </a:defRPr>
            </a:lvl2pPr>
            <a:lvl3pPr>
              <a:defRPr sz="1875" b="1">
                <a:solidFill>
                  <a:srgbClr val="F5F7FB"/>
                </a:solidFill>
                <a:latin typeface="Aptos"/>
                <a:ea typeface="Aptos"/>
                <a:cs typeface="Aptos"/>
              </a:defRPr>
            </a:lvl3pPr>
            <a:lvl4pPr>
              <a:defRPr sz="1875" b="1">
                <a:solidFill>
                  <a:srgbClr val="F5F7FB"/>
                </a:solidFill>
                <a:latin typeface="Aptos"/>
                <a:ea typeface="Aptos"/>
                <a:cs typeface="Aptos"/>
              </a:defRPr>
            </a:lvl4pPr>
            <a:lvl5pPr>
              <a:defRPr sz="1875" b="1">
                <a:solidFill>
                  <a:srgbClr val="F5F7FB"/>
                </a:solidFill>
                <a:latin typeface="Aptos"/>
                <a:ea typeface="Aptos"/>
                <a:cs typeface="Aptos"/>
              </a:defRPr>
            </a:lvl5pPr>
            <a:lvl6pPr>
              <a:defRPr sz="1875" b="1">
                <a:solidFill>
                  <a:srgbClr val="F5F7FB"/>
                </a:solidFill>
                <a:latin typeface="Aptos"/>
                <a:ea typeface="Aptos"/>
                <a:cs typeface="Aptos"/>
              </a:defRPr>
            </a:lvl6pPr>
            <a:lvl7pPr>
              <a:defRPr sz="1875" b="1">
                <a:solidFill>
                  <a:srgbClr val="F5F7FB"/>
                </a:solidFill>
                <a:latin typeface="Aptos"/>
                <a:ea typeface="Aptos"/>
                <a:cs typeface="Aptos"/>
              </a:defRPr>
            </a:lvl7pPr>
            <a:lvl8pPr>
              <a:defRPr sz="1875" b="1">
                <a:solidFill>
                  <a:srgbClr val="F5F7FB"/>
                </a:solidFill>
                <a:latin typeface="Aptos"/>
                <a:ea typeface="Aptos"/>
                <a:cs typeface="Aptos"/>
              </a:defRPr>
            </a:lvl8pPr>
            <a:lvl9pPr>
              <a:defRPr sz="1875" b="1">
                <a:solidFill>
                  <a:srgbClr val="F5F7FB"/>
                </a:solidFill>
                <a:latin typeface="Aptos"/>
                <a:ea typeface="Aptos"/>
                <a:cs typeface="Aptos"/>
              </a:defRPr>
            </a:lvl9pPr>
          </a:lstStyle>
          <a:p xmlns:a="http://schemas.openxmlformats.org/drawingml/2006/main">
            <a:pPr>
              <a:defRPr sz="1875" b="1">
                <a:solidFill>
                  <a:srgbClr val="F5F7FB"/>
                </a:solidFill>
                <a:latin typeface="Aptos"/>
                <a:ea typeface="Aptos"/>
                <a:cs typeface="Aptos"/>
              </a:defRPr>
            </a:pPr>
            <a:r>
              <a:rPr sz="1875" b="1">
                <a:solidFill>
                  <a:srgbClr val="F5F7FB"/>
                </a:solidFill>
                <a:latin typeface="Aptos"/>
                <a:ea typeface="Aptos"/>
                <a:cs typeface="Aptos"/>
              </a:rPr>
              <a:t>Grounded enemies can transfer their color to the platform beneath them</a:t>
            </a:r>
          </a:p>
        </p:txBody>
      </p:sp>
      <p:sp>
        <p:nvSpPr>
          <p:cNvPr id="21" name="">
            <a:extLst xmlns:a="http://schemas.openxmlformats.org/drawingml/2006/main">
              <a:ext uri="{FF2B5EF4-FFF2-40B4-BE49-F238E27FC236}">
                <a16:creationId xmlns:a16="http://schemas.microsoft.com/office/drawing/2014/main" id="{FC5C5191-DEB6-4643-9755-A8024769EA5E}"/>
              </a:ext>
            </a:extLst>
          </p:cNvPr>
          <p:cNvSpPr>
            <a:spLocks xmlns:a="http://schemas.openxmlformats.org/drawingml/2006/main" noGrp="1"/>
          </p:cNvSpPr>
          <p:nvPr/>
        </p:nvSpPr>
        <p:spPr>
          <a:xfrm xmlns:a="http://schemas.openxmlformats.org/drawingml/2006/main">
            <a:off x="1762125" y="4714875"/>
            <a:ext cx="8667750" cy="1000125"/>
          </a:xfrm>
          <a:prstGeom xmlns:a="http://schemas.openxmlformats.org/drawingml/2006/main" prst="roundRect">
            <a:avLst>
              <a:gd name="adj" fmla="val 11429"/>
            </a:avLst>
          </a:prstGeom>
          <a:solidFill xmlns:a="http://schemas.openxmlformats.org/drawingml/2006/main">
            <a:srgbClr val="111C2E"/>
          </a:solidFill>
          <a:ln xmlns:a="http://schemas.openxmlformats.org/drawingml/2006/main" w="14288">
            <a:solidFill>
              <a:srgbClr val="2D405C"/>
            </a:solidFill>
            <a:prstDash val="solid"/>
          </a:ln>
        </p:spPr>
      </p:sp>
      <p:sp>
        <p:nvSpPr>
          <p:cNvPr id="22" name="">
            <a:extLst xmlns:a="http://schemas.openxmlformats.org/drawingml/2006/main">
              <a:ext uri="{FF2B5EF4-FFF2-40B4-BE49-F238E27FC236}">
                <a16:creationId xmlns:a16="http://schemas.microsoft.com/office/drawing/2014/main" id="{5194CF7E-07EE-4BB4-B354-92430CA67607}"/>
              </a:ext>
            </a:extLst>
          </p:cNvPr>
          <p:cNvSpPr>
            <a:spLocks xmlns:a="http://schemas.openxmlformats.org/drawingml/2006/main" noGrp="1"/>
          </p:cNvSpPr>
          <p:nvPr/>
        </p:nvSpPr>
        <p:spPr>
          <a:xfrm xmlns:a="http://schemas.openxmlformats.org/drawingml/2006/main">
            <a:off x="2143125" y="4953000"/>
            <a:ext cx="790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00" b="0">
                <a:solidFill>
                  <a:srgbClr val="F5F7FB"/>
                </a:solidFill>
                <a:latin typeface="Aptos"/>
                <a:ea typeface="Aptos"/>
                <a:cs typeface="Aptos"/>
              </a:defRPr>
            </a:defPPr>
            <a:lvl1pPr>
              <a:defRPr sz="1500" b="0">
                <a:solidFill>
                  <a:srgbClr val="F5F7FB"/>
                </a:solidFill>
                <a:latin typeface="Aptos"/>
                <a:ea typeface="Aptos"/>
                <a:cs typeface="Aptos"/>
              </a:defRPr>
            </a:lvl1pPr>
            <a:lvl2pPr>
              <a:defRPr sz="1500" b="0">
                <a:solidFill>
                  <a:srgbClr val="F5F7FB"/>
                </a:solidFill>
                <a:latin typeface="Aptos"/>
                <a:ea typeface="Aptos"/>
                <a:cs typeface="Aptos"/>
              </a:defRPr>
            </a:lvl2pPr>
            <a:lvl3pPr>
              <a:defRPr sz="1500" b="0">
                <a:solidFill>
                  <a:srgbClr val="F5F7FB"/>
                </a:solidFill>
                <a:latin typeface="Aptos"/>
                <a:ea typeface="Aptos"/>
                <a:cs typeface="Aptos"/>
              </a:defRPr>
            </a:lvl3pPr>
            <a:lvl4pPr>
              <a:defRPr sz="1500" b="0">
                <a:solidFill>
                  <a:srgbClr val="F5F7FB"/>
                </a:solidFill>
                <a:latin typeface="Aptos"/>
                <a:ea typeface="Aptos"/>
                <a:cs typeface="Aptos"/>
              </a:defRPr>
            </a:lvl4pPr>
            <a:lvl5pPr>
              <a:defRPr sz="1500" b="0">
                <a:solidFill>
                  <a:srgbClr val="F5F7FB"/>
                </a:solidFill>
                <a:latin typeface="Aptos"/>
                <a:ea typeface="Aptos"/>
                <a:cs typeface="Aptos"/>
              </a:defRPr>
            </a:lvl5pPr>
            <a:lvl6pPr>
              <a:defRPr sz="1500" b="0">
                <a:solidFill>
                  <a:srgbClr val="F5F7FB"/>
                </a:solidFill>
                <a:latin typeface="Aptos"/>
                <a:ea typeface="Aptos"/>
                <a:cs typeface="Aptos"/>
              </a:defRPr>
            </a:lvl6pPr>
            <a:lvl7pPr>
              <a:defRPr sz="1500" b="0">
                <a:solidFill>
                  <a:srgbClr val="F5F7FB"/>
                </a:solidFill>
                <a:latin typeface="Aptos"/>
                <a:ea typeface="Aptos"/>
                <a:cs typeface="Aptos"/>
              </a:defRPr>
            </a:lvl7pPr>
            <a:lvl8pPr>
              <a:defRPr sz="1500" b="0">
                <a:solidFill>
                  <a:srgbClr val="F5F7FB"/>
                </a:solidFill>
                <a:latin typeface="Aptos"/>
                <a:ea typeface="Aptos"/>
                <a:cs typeface="Aptos"/>
              </a:defRPr>
            </a:lvl8pPr>
            <a:lvl9pPr>
              <a:defRPr sz="1500" b="0">
                <a:solidFill>
                  <a:srgbClr val="F5F7FB"/>
                </a:solidFill>
                <a:latin typeface="Aptos"/>
                <a:ea typeface="Aptos"/>
                <a:cs typeface="Aptos"/>
              </a:defRPr>
            </a:lvl9pPr>
          </a:lstStyle>
          <a:p xmlns:a="http://schemas.openxmlformats.org/drawingml/2006/main">
            <a:pPr>
              <a:defRPr sz="1500" b="0">
                <a:solidFill>
                  <a:srgbClr val="F5F7FB"/>
                </a:solidFill>
                <a:latin typeface="Aptos"/>
                <a:ea typeface="Aptos"/>
                <a:cs typeface="Aptos"/>
              </a:defRPr>
            </a:pPr>
            <a:r>
              <a:rPr sz="1500" b="0">
                <a:solidFill>
                  <a:srgbClr val="F5F7FB"/>
                </a:solidFill>
                <a:latin typeface="Aptos"/>
                <a:ea typeface="Aptos"/>
                <a:cs typeface="Aptos"/>
              </a:rPr>
              <a:t>Arena control records spawn configuration, removes eliminated enemies from coordination, and restores configured instances after the delay</a:t>
            </a:r>
          </a:p>
        </p:txBody>
      </p:sp>
    </p:spTree>
    <p:extLst>
      <p:ext uri="{BB962C8B-B14F-4D97-AF65-F5344CB8AC3E}">
        <p14:creationId xmlns:p14="http://schemas.microsoft.com/office/powerpoint/2010/main" val="1415076552"/>
      </p:ext>
    </p:extLst>
  </p:cSld>
</p:sld>
</file>

<file path=ppt/slides/slide10.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F114893-3139-414A-A166-3917AD65A59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02B3AB-19E6-4307-9546-0CAB549862E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TECHNICAL DECISION</a:t>
            </a:r>
          </a:p>
        </p:txBody>
      </p:sp>
      <p:sp>
        <p:nvSpPr>
          <p:cNvPr id="3" name="">
            <a:extLst xmlns:a="http://schemas.openxmlformats.org/drawingml/2006/main">
              <a:ext uri="{FF2B5EF4-FFF2-40B4-BE49-F238E27FC236}">
                <a16:creationId xmlns:a16="http://schemas.microsoft.com/office/drawing/2014/main" id="{3CBB30D2-E470-461B-B583-DEA3591F8802}"/>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Why deterministic C++ AI was chosen</a:t>
            </a:r>
          </a:p>
        </p:txBody>
      </p:sp>
      <p:sp>
        <p:nvSpPr>
          <p:cNvPr id="4" name="">
            <a:extLst xmlns:a="http://schemas.openxmlformats.org/drawingml/2006/main">
              <a:ext uri="{FF2B5EF4-FFF2-40B4-BE49-F238E27FC236}">
                <a16:creationId xmlns:a16="http://schemas.microsoft.com/office/drawing/2014/main" id="{B15A68A9-1EAC-4619-A28E-155B12CAB669}"/>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68851E-6B94-42EB-AC1A-37DEFD5E1ED9}"/>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57756099-65BA-4E9C-A130-13A08F6707EB}"/>
              </a:ext>
            </a:extLst>
          </p:cNvPr>
          <p:cNvSpPr>
            <a:spLocks xmlns:a="http://schemas.openxmlformats.org/drawingml/2006/main" noGrp="1"/>
          </p:cNvSpPr>
          <p:nvPr/>
        </p:nvSpPr>
        <p:spPr>
          <a:xfrm xmlns:a="http://schemas.openxmlformats.org/drawingml/2006/main">
            <a:off x="609600" y="15621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025" b="1">
                <a:solidFill>
                  <a:srgbClr val="F5F7FB"/>
                </a:solidFill>
                <a:latin typeface="Aptos"/>
                <a:ea typeface="Aptos"/>
                <a:cs typeface="Aptos"/>
              </a:defRPr>
            </a:defPPr>
            <a:lvl1pPr>
              <a:defRPr sz="2025" b="1">
                <a:solidFill>
                  <a:srgbClr val="F5F7FB"/>
                </a:solidFill>
                <a:latin typeface="Aptos"/>
                <a:ea typeface="Aptos"/>
                <a:cs typeface="Aptos"/>
              </a:defRPr>
            </a:lvl1pPr>
            <a:lvl2pPr>
              <a:defRPr sz="2025" b="1">
                <a:solidFill>
                  <a:srgbClr val="F5F7FB"/>
                </a:solidFill>
                <a:latin typeface="Aptos"/>
                <a:ea typeface="Aptos"/>
                <a:cs typeface="Aptos"/>
              </a:defRPr>
            </a:lvl2pPr>
            <a:lvl3pPr>
              <a:defRPr sz="2025" b="1">
                <a:solidFill>
                  <a:srgbClr val="F5F7FB"/>
                </a:solidFill>
                <a:latin typeface="Aptos"/>
                <a:ea typeface="Aptos"/>
                <a:cs typeface="Aptos"/>
              </a:defRPr>
            </a:lvl3pPr>
            <a:lvl4pPr>
              <a:defRPr sz="2025" b="1">
                <a:solidFill>
                  <a:srgbClr val="F5F7FB"/>
                </a:solidFill>
                <a:latin typeface="Aptos"/>
                <a:ea typeface="Aptos"/>
                <a:cs typeface="Aptos"/>
              </a:defRPr>
            </a:lvl4pPr>
            <a:lvl5pPr>
              <a:defRPr sz="2025" b="1">
                <a:solidFill>
                  <a:srgbClr val="F5F7FB"/>
                </a:solidFill>
                <a:latin typeface="Aptos"/>
                <a:ea typeface="Aptos"/>
                <a:cs typeface="Aptos"/>
              </a:defRPr>
            </a:lvl5pPr>
            <a:lvl6pPr>
              <a:defRPr sz="2025" b="1">
                <a:solidFill>
                  <a:srgbClr val="F5F7FB"/>
                </a:solidFill>
                <a:latin typeface="Aptos"/>
                <a:ea typeface="Aptos"/>
                <a:cs typeface="Aptos"/>
              </a:defRPr>
            </a:lvl6pPr>
            <a:lvl7pPr>
              <a:defRPr sz="2025" b="1">
                <a:solidFill>
                  <a:srgbClr val="F5F7FB"/>
                </a:solidFill>
                <a:latin typeface="Aptos"/>
                <a:ea typeface="Aptos"/>
                <a:cs typeface="Aptos"/>
              </a:defRPr>
            </a:lvl7pPr>
            <a:lvl8pPr>
              <a:defRPr sz="2025" b="1">
                <a:solidFill>
                  <a:srgbClr val="F5F7FB"/>
                </a:solidFill>
                <a:latin typeface="Aptos"/>
                <a:ea typeface="Aptos"/>
                <a:cs typeface="Aptos"/>
              </a:defRPr>
            </a:lvl8pPr>
            <a:lvl9pPr>
              <a:defRPr sz="2025" b="1">
                <a:solidFill>
                  <a:srgbClr val="F5F7FB"/>
                </a:solidFill>
                <a:latin typeface="Aptos"/>
                <a:ea typeface="Aptos"/>
                <a:cs typeface="Aptos"/>
              </a:defRPr>
            </a:lvl9pPr>
          </a:lstStyle>
          <a:p xmlns:a="http://schemas.openxmlformats.org/drawingml/2006/main">
            <a:pPr>
              <a:defRPr sz="2025" b="1">
                <a:solidFill>
                  <a:srgbClr val="F5F7FB"/>
                </a:solidFill>
                <a:latin typeface="Aptos"/>
                <a:ea typeface="Aptos"/>
                <a:cs typeface="Aptos"/>
              </a:defRPr>
            </a:pPr>
            <a:r>
              <a:rPr sz="2025" b="1">
                <a:solidFill>
                  <a:srgbClr val="F5F7FB"/>
                </a:solidFill>
                <a:latin typeface="Aptos"/>
                <a:ea typeface="Aptos"/>
                <a:cs typeface="Aptos"/>
              </a:rPr>
              <a:t>Unreal-MAP was investigated as a reinforcement-learning option</a:t>
            </a:r>
          </a:p>
        </p:txBody>
      </p:sp>
      <p:sp>
        <p:nvSpPr>
          <p:cNvPr id="7" name="">
            <a:extLst xmlns:a="http://schemas.openxmlformats.org/drawingml/2006/main">
              <a:ext uri="{FF2B5EF4-FFF2-40B4-BE49-F238E27FC236}">
                <a16:creationId xmlns:a16="http://schemas.microsoft.com/office/drawing/2014/main" id="{5D55694F-611F-49A8-85D9-F641B7F4CBF0}"/>
              </a:ext>
            </a:extLst>
          </p:cNvPr>
          <p:cNvSpPr>
            <a:spLocks xmlns:a="http://schemas.openxmlformats.org/drawingml/2006/main" noGrp="1"/>
          </p:cNvSpPr>
          <p:nvPr/>
        </p:nvSpPr>
        <p:spPr>
          <a:xfrm xmlns:a="http://schemas.openxmlformats.org/drawingml/2006/main">
            <a:off x="666750" y="2333625"/>
            <a:ext cx="4762500" cy="1095375"/>
          </a:xfrm>
          <a:prstGeom xmlns:a="http://schemas.openxmlformats.org/drawingml/2006/main" prst="roundRect">
            <a:avLst>
              <a:gd name="adj" fmla="val 10435"/>
            </a:avLst>
          </a:prstGeom>
          <a:solidFill xmlns:a="http://schemas.openxmlformats.org/drawingml/2006/main">
            <a:srgbClr val="16243A"/>
          </a:solidFill>
          <a:ln xmlns:a="http://schemas.openxmlformats.org/drawingml/2006/main" w="14288">
            <a:solidFill>
              <a:srgbClr val="45D483"/>
            </a:solidFill>
            <a:prstDash val="solid"/>
          </a:ln>
        </p:spPr>
      </p:sp>
      <p:sp>
        <p:nvSpPr>
          <p:cNvPr id="8" name="">
            <a:extLst xmlns:a="http://schemas.openxmlformats.org/drawingml/2006/main">
              <a:ext uri="{FF2B5EF4-FFF2-40B4-BE49-F238E27FC236}">
                <a16:creationId xmlns:a16="http://schemas.microsoft.com/office/drawing/2014/main" id="{2C8E9C2E-4CB7-454C-8CF0-F4D1E0C471DA}"/>
              </a:ext>
            </a:extLst>
          </p:cNvPr>
          <p:cNvSpPr>
            <a:spLocks xmlns:a="http://schemas.openxmlformats.org/drawingml/2006/main" noGrp="1"/>
          </p:cNvSpPr>
          <p:nvPr/>
        </p:nvSpPr>
        <p:spPr>
          <a:xfrm xmlns:a="http://schemas.openxmlformats.org/drawingml/2006/main">
            <a:off x="666750" y="2333625"/>
            <a:ext cx="76200" cy="1095375"/>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0836B1-A2B6-4E19-8EF0-4FBF91BC7DBC}"/>
              </a:ext>
            </a:extLst>
          </p:cNvPr>
          <p:cNvSpPr>
            <a:spLocks xmlns:a="http://schemas.openxmlformats.org/drawingml/2006/main" noGrp="1"/>
          </p:cNvSpPr>
          <p:nvPr/>
        </p:nvSpPr>
        <p:spPr>
          <a:xfrm xmlns:a="http://schemas.openxmlformats.org/drawingml/2006/main">
            <a:off x="895350" y="2505075"/>
            <a:ext cx="436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Potential value</a:t>
            </a:r>
          </a:p>
        </p:txBody>
      </p:sp>
      <p:sp>
        <p:nvSpPr>
          <p:cNvPr id="10" name="">
            <a:extLst xmlns:a="http://schemas.openxmlformats.org/drawingml/2006/main">
              <a:ext uri="{FF2B5EF4-FFF2-40B4-BE49-F238E27FC236}">
                <a16:creationId xmlns:a16="http://schemas.microsoft.com/office/drawing/2014/main" id="{C849D4A9-109E-4BBE-8CF6-9AC50FF7A2A3}"/>
              </a:ext>
            </a:extLst>
          </p:cNvPr>
          <p:cNvSpPr>
            <a:spLocks xmlns:a="http://schemas.openxmlformats.org/drawingml/2006/main" noGrp="1"/>
          </p:cNvSpPr>
          <p:nvPr/>
        </p:nvSpPr>
        <p:spPr>
          <a:xfrm xmlns:a="http://schemas.openxmlformats.org/drawingml/2006/main">
            <a:off x="895350" y="2828925"/>
            <a:ext cx="43624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Automated simulations, learned cooperation, strategy comparison</a:t>
            </a:r>
          </a:p>
        </p:txBody>
      </p:sp>
      <p:sp>
        <p:nvSpPr>
          <p:cNvPr id="11" name="">
            <a:extLst xmlns:a="http://schemas.openxmlformats.org/drawingml/2006/main">
              <a:ext uri="{FF2B5EF4-FFF2-40B4-BE49-F238E27FC236}">
                <a16:creationId xmlns:a16="http://schemas.microsoft.com/office/drawing/2014/main" id="{CF870A05-D608-4EF5-8493-3708B66F4224}"/>
              </a:ext>
            </a:extLst>
          </p:cNvPr>
          <p:cNvSpPr>
            <a:spLocks xmlns:a="http://schemas.openxmlformats.org/drawingml/2006/main" noGrp="1"/>
          </p:cNvSpPr>
          <p:nvPr/>
        </p:nvSpPr>
        <p:spPr>
          <a:xfrm xmlns:a="http://schemas.openxmlformats.org/drawingml/2006/main">
            <a:off x="666750" y="3905250"/>
            <a:ext cx="4762500" cy="1381125"/>
          </a:xfrm>
          <a:prstGeom xmlns:a="http://schemas.openxmlformats.org/drawingml/2006/main" prst="roundRect">
            <a:avLst>
              <a:gd name="adj" fmla="val 8276"/>
            </a:avLst>
          </a:prstGeom>
          <a:solidFill xmlns:a="http://schemas.openxmlformats.org/drawingml/2006/main">
            <a:srgbClr val="16243A"/>
          </a:solidFill>
          <a:ln xmlns:a="http://schemas.openxmlformats.org/drawingml/2006/main" w="14288">
            <a:solidFill>
              <a:srgbClr val="F04E5E"/>
            </a:solidFill>
            <a:prstDash val="solid"/>
          </a:ln>
        </p:spPr>
      </p:sp>
      <p:sp>
        <p:nvSpPr>
          <p:cNvPr id="12" name="">
            <a:extLst xmlns:a="http://schemas.openxmlformats.org/drawingml/2006/main">
              <a:ext uri="{FF2B5EF4-FFF2-40B4-BE49-F238E27FC236}">
                <a16:creationId xmlns:a16="http://schemas.microsoft.com/office/drawing/2014/main" id="{DEAFEBB8-A262-4A26-AAD1-173EA4A2C4E9}"/>
              </a:ext>
            </a:extLst>
          </p:cNvPr>
          <p:cNvSpPr>
            <a:spLocks xmlns:a="http://schemas.openxmlformats.org/drawingml/2006/main" noGrp="1"/>
          </p:cNvSpPr>
          <p:nvPr/>
        </p:nvSpPr>
        <p:spPr>
          <a:xfrm xmlns:a="http://schemas.openxmlformats.org/drawingml/2006/main">
            <a:off x="666750" y="3905250"/>
            <a:ext cx="76200" cy="1381125"/>
          </a:xfrm>
          <a:prstGeom xmlns:a="http://schemas.openxmlformats.org/drawingml/2006/main" prst="rect">
            <a:avLst/>
          </a:prstGeom>
          <a:solidFill xmlns:a="http://schemas.openxmlformats.org/drawingml/2006/main">
            <a:srgbClr val="F04E5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10B5FF0-330B-49F6-BF28-7520929BBC8F}"/>
              </a:ext>
            </a:extLst>
          </p:cNvPr>
          <p:cNvSpPr>
            <a:spLocks xmlns:a="http://schemas.openxmlformats.org/drawingml/2006/main" noGrp="1"/>
          </p:cNvSpPr>
          <p:nvPr/>
        </p:nvSpPr>
        <p:spPr>
          <a:xfrm xmlns:a="http://schemas.openxmlformats.org/drawingml/2006/main">
            <a:off x="895350" y="4076700"/>
            <a:ext cx="436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defPPr>
              <a:defRPr sz="1575" b="1">
                <a:solidFill>
                  <a:srgbClr val="F5F7FB"/>
                </a:solidFill>
                <a:latin typeface="Aptos"/>
                <a:ea typeface="Aptos"/>
                <a:cs typeface="Aptos"/>
              </a:defRPr>
            </a:defPPr>
            <a:lvl1pPr>
              <a:defRPr sz="1575" b="1">
                <a:solidFill>
                  <a:srgbClr val="F5F7FB"/>
                </a:solidFill>
                <a:latin typeface="Aptos"/>
                <a:ea typeface="Aptos"/>
                <a:cs typeface="Aptos"/>
              </a:defRPr>
            </a:lvl1pPr>
            <a:lvl2pPr>
              <a:defRPr sz="1575" b="1">
                <a:solidFill>
                  <a:srgbClr val="F5F7FB"/>
                </a:solidFill>
                <a:latin typeface="Aptos"/>
                <a:ea typeface="Aptos"/>
                <a:cs typeface="Aptos"/>
              </a:defRPr>
            </a:lvl2pPr>
            <a:lvl3pPr>
              <a:defRPr sz="1575" b="1">
                <a:solidFill>
                  <a:srgbClr val="F5F7FB"/>
                </a:solidFill>
                <a:latin typeface="Aptos"/>
                <a:ea typeface="Aptos"/>
                <a:cs typeface="Aptos"/>
              </a:defRPr>
            </a:lvl3pPr>
            <a:lvl4pPr>
              <a:defRPr sz="1575" b="1">
                <a:solidFill>
                  <a:srgbClr val="F5F7FB"/>
                </a:solidFill>
                <a:latin typeface="Aptos"/>
                <a:ea typeface="Aptos"/>
                <a:cs typeface="Aptos"/>
              </a:defRPr>
            </a:lvl4pPr>
            <a:lvl5pPr>
              <a:defRPr sz="1575" b="1">
                <a:solidFill>
                  <a:srgbClr val="F5F7FB"/>
                </a:solidFill>
                <a:latin typeface="Aptos"/>
                <a:ea typeface="Aptos"/>
                <a:cs typeface="Aptos"/>
              </a:defRPr>
            </a:lvl5pPr>
            <a:lvl6pPr>
              <a:defRPr sz="1575" b="1">
                <a:solidFill>
                  <a:srgbClr val="F5F7FB"/>
                </a:solidFill>
                <a:latin typeface="Aptos"/>
                <a:ea typeface="Aptos"/>
                <a:cs typeface="Aptos"/>
              </a:defRPr>
            </a:lvl6pPr>
            <a:lvl7pPr>
              <a:defRPr sz="1575" b="1">
                <a:solidFill>
                  <a:srgbClr val="F5F7FB"/>
                </a:solidFill>
                <a:latin typeface="Aptos"/>
                <a:ea typeface="Aptos"/>
                <a:cs typeface="Aptos"/>
              </a:defRPr>
            </a:lvl7pPr>
            <a:lvl8pPr>
              <a:defRPr sz="1575" b="1">
                <a:solidFill>
                  <a:srgbClr val="F5F7FB"/>
                </a:solidFill>
                <a:latin typeface="Aptos"/>
                <a:ea typeface="Aptos"/>
                <a:cs typeface="Aptos"/>
              </a:defRPr>
            </a:lvl8pPr>
            <a:lvl9pPr>
              <a:defRPr sz="1575" b="1">
                <a:solidFill>
                  <a:srgbClr val="F5F7FB"/>
                </a:solidFill>
                <a:latin typeface="Aptos"/>
                <a:ea typeface="Aptos"/>
                <a:cs typeface="Aptos"/>
              </a:defRPr>
            </a:lvl9pPr>
          </a:lstStyle>
          <a:p xmlns:a="http://schemas.openxmlformats.org/drawingml/2006/main">
            <a:pPr>
              <a:defRPr sz="1575" b="1">
                <a:solidFill>
                  <a:srgbClr val="F5F7FB"/>
                </a:solidFill>
                <a:latin typeface="Aptos"/>
                <a:ea typeface="Aptos"/>
                <a:cs typeface="Aptos"/>
              </a:defRPr>
            </a:pPr>
            <a:r>
              <a:rPr sz="1575" b="1">
                <a:solidFill>
                  <a:srgbClr val="F5F7FB"/>
                </a:solidFill>
                <a:latin typeface="Aptos"/>
                <a:ea typeface="Aptos"/>
                <a:cs typeface="Aptos"/>
              </a:rPr>
              <a:t>Integration cost</a:t>
            </a:r>
          </a:p>
        </p:txBody>
      </p:sp>
      <p:sp>
        <p:nvSpPr>
          <p:cNvPr id="14" name="">
            <a:extLst xmlns:a="http://schemas.openxmlformats.org/drawingml/2006/main">
              <a:ext uri="{FF2B5EF4-FFF2-40B4-BE49-F238E27FC236}">
                <a16:creationId xmlns:a16="http://schemas.microsoft.com/office/drawing/2014/main" id="{B2B14387-4E84-4661-AE86-FC2B04898E22}"/>
              </a:ext>
            </a:extLst>
          </p:cNvPr>
          <p:cNvSpPr>
            <a:spLocks xmlns:a="http://schemas.openxmlformats.org/drawingml/2006/main" noGrp="1"/>
          </p:cNvSpPr>
          <p:nvPr/>
        </p:nvSpPr>
        <p:spPr>
          <a:xfrm xmlns:a="http://schemas.openxmlformats.org/drawingml/2006/main">
            <a:off x="895350" y="4400550"/>
            <a:ext cx="43624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0">
                <a:solidFill>
                  <a:srgbClr val="AAB7CA"/>
                </a:solidFill>
                <a:latin typeface="Aptos"/>
                <a:ea typeface="Aptos"/>
                <a:cs typeface="Aptos"/>
              </a:defRPr>
            </a:defPPr>
            <a:lvl1pPr>
              <a:defRPr sz="1125" b="0">
                <a:solidFill>
                  <a:srgbClr val="AAB7CA"/>
                </a:solidFill>
                <a:latin typeface="Aptos"/>
                <a:ea typeface="Aptos"/>
                <a:cs typeface="Aptos"/>
              </a:defRPr>
            </a:lvl1pPr>
            <a:lvl2pPr>
              <a:defRPr sz="1125" b="0">
                <a:solidFill>
                  <a:srgbClr val="AAB7CA"/>
                </a:solidFill>
                <a:latin typeface="Aptos"/>
                <a:ea typeface="Aptos"/>
                <a:cs typeface="Aptos"/>
              </a:defRPr>
            </a:lvl2pPr>
            <a:lvl3pPr>
              <a:defRPr sz="1125" b="0">
                <a:solidFill>
                  <a:srgbClr val="AAB7CA"/>
                </a:solidFill>
                <a:latin typeface="Aptos"/>
                <a:ea typeface="Aptos"/>
                <a:cs typeface="Aptos"/>
              </a:defRPr>
            </a:lvl3pPr>
            <a:lvl4pPr>
              <a:defRPr sz="1125" b="0">
                <a:solidFill>
                  <a:srgbClr val="AAB7CA"/>
                </a:solidFill>
                <a:latin typeface="Aptos"/>
                <a:ea typeface="Aptos"/>
                <a:cs typeface="Aptos"/>
              </a:defRPr>
            </a:lvl4pPr>
            <a:lvl5pPr>
              <a:defRPr sz="1125" b="0">
                <a:solidFill>
                  <a:srgbClr val="AAB7CA"/>
                </a:solidFill>
                <a:latin typeface="Aptos"/>
                <a:ea typeface="Aptos"/>
                <a:cs typeface="Aptos"/>
              </a:defRPr>
            </a:lvl5pPr>
            <a:lvl6pPr>
              <a:defRPr sz="1125" b="0">
                <a:solidFill>
                  <a:srgbClr val="AAB7CA"/>
                </a:solidFill>
                <a:latin typeface="Aptos"/>
                <a:ea typeface="Aptos"/>
                <a:cs typeface="Aptos"/>
              </a:defRPr>
            </a:lvl6pPr>
            <a:lvl7pPr>
              <a:defRPr sz="1125" b="0">
                <a:solidFill>
                  <a:srgbClr val="AAB7CA"/>
                </a:solidFill>
                <a:latin typeface="Aptos"/>
                <a:ea typeface="Aptos"/>
                <a:cs typeface="Aptos"/>
              </a:defRPr>
            </a:lvl7pPr>
            <a:lvl8pPr>
              <a:defRPr sz="1125" b="0">
                <a:solidFill>
                  <a:srgbClr val="AAB7CA"/>
                </a:solidFill>
                <a:latin typeface="Aptos"/>
                <a:ea typeface="Aptos"/>
                <a:cs typeface="Aptos"/>
              </a:defRPr>
            </a:lvl8pPr>
            <a:lvl9pPr>
              <a:defRPr sz="1125" b="0">
                <a:solidFill>
                  <a:srgbClr val="AAB7CA"/>
                </a:solidFill>
                <a:latin typeface="Aptos"/>
                <a:ea typeface="Aptos"/>
                <a:cs typeface="Aptos"/>
              </a:defRPr>
            </a:lvl9pPr>
          </a:lstStyle>
          <a:p xmlns:a="http://schemas.openxmlformats.org/drawingml/2006/main">
            <a:pPr>
              <a:defRPr sz="1125" b="0">
                <a:solidFill>
                  <a:srgbClr val="AAB7CA"/>
                </a:solidFill>
                <a:latin typeface="Aptos"/>
                <a:ea typeface="Aptos"/>
                <a:cs typeface="Aptos"/>
              </a:defRPr>
            </a:pPr>
            <a:r>
              <a:rPr sz="1125" b="0">
                <a:solidFill>
                  <a:srgbClr val="AAB7CA"/>
                </a:solidFill>
                <a:latin typeface="Aptos"/>
                <a:ea typeface="Aptos"/>
                <a:cs typeface="Aptos"/>
              </a:rPr>
              <a:t>Python training pipeline, new environment interfaces, extra dependencies, UE 4.27 to 5.7 migration work</a:t>
            </a:r>
          </a:p>
        </p:txBody>
      </p:sp>
      <p:sp>
        <p:nvSpPr>
          <p:cNvPr id="15" name="">
            <a:extLst xmlns:a="http://schemas.openxmlformats.org/drawingml/2006/main">
              <a:ext uri="{FF2B5EF4-FFF2-40B4-BE49-F238E27FC236}">
                <a16:creationId xmlns:a16="http://schemas.microsoft.com/office/drawing/2014/main" id="{7DF6E6C1-908A-4D89-BBCF-235EDF106851}"/>
              </a:ext>
            </a:extLst>
          </p:cNvPr>
          <p:cNvSpPr>
            <a:spLocks xmlns:a="http://schemas.openxmlformats.org/drawingml/2006/main" noGrp="1"/>
          </p:cNvSpPr>
          <p:nvPr/>
        </p:nvSpPr>
        <p:spPr>
          <a:xfrm xmlns:a="http://schemas.openxmlformats.org/drawingml/2006/main">
            <a:off x="6524625" y="2238375"/>
            <a:ext cx="4762500" cy="3143250"/>
          </a:xfrm>
          <a:prstGeom xmlns:a="http://schemas.openxmlformats.org/drawingml/2006/main" prst="roundRect">
            <a:avLst>
              <a:gd name="adj" fmla="val 4848"/>
            </a:avLst>
          </a:prstGeom>
          <a:solidFill xmlns:a="http://schemas.openxmlformats.org/drawingml/2006/main">
            <a:srgbClr val="14243A"/>
          </a:solidFill>
          <a:ln xmlns:a="http://schemas.openxmlformats.org/drawingml/2006/main" w="14288">
            <a:solidFill>
              <a:srgbClr val="4BA7FF"/>
            </a:solidFill>
            <a:prstDash val="solid"/>
          </a:ln>
        </p:spPr>
      </p:sp>
      <p:sp>
        <p:nvSpPr>
          <p:cNvPr id="16" name="">
            <a:extLst xmlns:a="http://schemas.openxmlformats.org/drawingml/2006/main">
              <a:ext uri="{FF2B5EF4-FFF2-40B4-BE49-F238E27FC236}">
                <a16:creationId xmlns:a16="http://schemas.microsoft.com/office/drawing/2014/main" id="{9A11D19D-C85C-4745-A197-F6DDDC066CF2}"/>
              </a:ext>
            </a:extLst>
          </p:cNvPr>
          <p:cNvSpPr>
            <a:spLocks xmlns:a="http://schemas.openxmlformats.org/drawingml/2006/main" noGrp="1"/>
          </p:cNvSpPr>
          <p:nvPr/>
        </p:nvSpPr>
        <p:spPr>
          <a:xfrm xmlns:a="http://schemas.openxmlformats.org/drawingml/2006/main">
            <a:off x="6905625" y="26193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125" b="1">
                <a:solidFill>
                  <a:srgbClr val="4BA7FF"/>
                </a:solidFill>
                <a:latin typeface="Aptos"/>
                <a:ea typeface="Aptos"/>
                <a:cs typeface="Aptos"/>
              </a:defRPr>
            </a:defPPr>
            <a:lvl1pPr>
              <a:defRPr sz="1125" b="1">
                <a:solidFill>
                  <a:srgbClr val="4BA7FF"/>
                </a:solidFill>
                <a:latin typeface="Aptos"/>
                <a:ea typeface="Aptos"/>
                <a:cs typeface="Aptos"/>
              </a:defRPr>
            </a:lvl1pPr>
            <a:lvl2pPr>
              <a:defRPr sz="1125" b="1">
                <a:solidFill>
                  <a:srgbClr val="4BA7FF"/>
                </a:solidFill>
                <a:latin typeface="Aptos"/>
                <a:ea typeface="Aptos"/>
                <a:cs typeface="Aptos"/>
              </a:defRPr>
            </a:lvl2pPr>
            <a:lvl3pPr>
              <a:defRPr sz="1125" b="1">
                <a:solidFill>
                  <a:srgbClr val="4BA7FF"/>
                </a:solidFill>
                <a:latin typeface="Aptos"/>
                <a:ea typeface="Aptos"/>
                <a:cs typeface="Aptos"/>
              </a:defRPr>
            </a:lvl3pPr>
            <a:lvl4pPr>
              <a:defRPr sz="1125" b="1">
                <a:solidFill>
                  <a:srgbClr val="4BA7FF"/>
                </a:solidFill>
                <a:latin typeface="Aptos"/>
                <a:ea typeface="Aptos"/>
                <a:cs typeface="Aptos"/>
              </a:defRPr>
            </a:lvl4pPr>
            <a:lvl5pPr>
              <a:defRPr sz="1125" b="1">
                <a:solidFill>
                  <a:srgbClr val="4BA7FF"/>
                </a:solidFill>
                <a:latin typeface="Aptos"/>
                <a:ea typeface="Aptos"/>
                <a:cs typeface="Aptos"/>
              </a:defRPr>
            </a:lvl5pPr>
            <a:lvl6pPr>
              <a:defRPr sz="1125" b="1">
                <a:solidFill>
                  <a:srgbClr val="4BA7FF"/>
                </a:solidFill>
                <a:latin typeface="Aptos"/>
                <a:ea typeface="Aptos"/>
                <a:cs typeface="Aptos"/>
              </a:defRPr>
            </a:lvl6pPr>
            <a:lvl7pPr>
              <a:defRPr sz="1125" b="1">
                <a:solidFill>
                  <a:srgbClr val="4BA7FF"/>
                </a:solidFill>
                <a:latin typeface="Aptos"/>
                <a:ea typeface="Aptos"/>
                <a:cs typeface="Aptos"/>
              </a:defRPr>
            </a:lvl7pPr>
            <a:lvl8pPr>
              <a:defRPr sz="1125" b="1">
                <a:solidFill>
                  <a:srgbClr val="4BA7FF"/>
                </a:solidFill>
                <a:latin typeface="Aptos"/>
                <a:ea typeface="Aptos"/>
                <a:cs typeface="Aptos"/>
              </a:defRPr>
            </a:lvl8pPr>
            <a:lvl9pPr>
              <a:defRPr sz="1125" b="1">
                <a:solidFill>
                  <a:srgbClr val="4BA7FF"/>
                </a:solidFill>
                <a:latin typeface="Aptos"/>
                <a:ea typeface="Aptos"/>
                <a:cs typeface="Aptos"/>
              </a:defRPr>
            </a:lvl9pPr>
          </a:lstStyle>
          <a:p xmlns:a="http://schemas.openxmlformats.org/drawingml/2006/main">
            <a:pPr>
              <a:defRPr sz="1125" b="1">
                <a:solidFill>
                  <a:srgbClr val="4BA7FF"/>
                </a:solidFill>
                <a:latin typeface="Aptos"/>
                <a:ea typeface="Aptos"/>
                <a:cs typeface="Aptos"/>
              </a:defRPr>
            </a:pPr>
            <a:r>
              <a:rPr sz="1125" b="1">
                <a:solidFill>
                  <a:srgbClr val="4BA7FF"/>
                </a:solidFill>
                <a:latin typeface="Aptos"/>
                <a:ea typeface="Aptos"/>
                <a:cs typeface="Aptos"/>
              </a:rPr>
              <a:t>DECISION</a:t>
            </a:r>
          </a:p>
        </p:txBody>
      </p:sp>
      <p:sp>
        <p:nvSpPr>
          <p:cNvPr id="17" name="">
            <a:extLst xmlns:a="http://schemas.openxmlformats.org/drawingml/2006/main">
              <a:ext uri="{FF2B5EF4-FFF2-40B4-BE49-F238E27FC236}">
                <a16:creationId xmlns:a16="http://schemas.microsoft.com/office/drawing/2014/main" id="{47BD6620-4924-4A3D-A72C-E2D40E2A9189}"/>
              </a:ext>
            </a:extLst>
          </p:cNvPr>
          <p:cNvSpPr>
            <a:spLocks xmlns:a="http://schemas.openxmlformats.org/drawingml/2006/main" noGrp="1"/>
          </p:cNvSpPr>
          <p:nvPr/>
        </p:nvSpPr>
        <p:spPr>
          <a:xfrm xmlns:a="http://schemas.openxmlformats.org/drawingml/2006/main">
            <a:off x="7000875" y="321945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73"/>
          </a:bodyPr>
          <a:lstStyle xmlns:a="http://schemas.openxmlformats.org/drawingml/2006/main">
            <a:defPPr>
              <a:defRPr sz="2325" b="1">
                <a:solidFill>
                  <a:srgbClr val="F5F7FB"/>
                </a:solidFill>
                <a:latin typeface="Aptos"/>
                <a:ea typeface="Aptos"/>
                <a:cs typeface="Aptos"/>
              </a:defRPr>
            </a:defPPr>
            <a:lvl1pPr>
              <a:defRPr sz="2325" b="1">
                <a:solidFill>
                  <a:srgbClr val="F5F7FB"/>
                </a:solidFill>
                <a:latin typeface="Aptos"/>
                <a:ea typeface="Aptos"/>
                <a:cs typeface="Aptos"/>
              </a:defRPr>
            </a:lvl1pPr>
            <a:lvl2pPr>
              <a:defRPr sz="2325" b="1">
                <a:solidFill>
                  <a:srgbClr val="F5F7FB"/>
                </a:solidFill>
                <a:latin typeface="Aptos"/>
                <a:ea typeface="Aptos"/>
                <a:cs typeface="Aptos"/>
              </a:defRPr>
            </a:lvl2pPr>
            <a:lvl3pPr>
              <a:defRPr sz="2325" b="1">
                <a:solidFill>
                  <a:srgbClr val="F5F7FB"/>
                </a:solidFill>
                <a:latin typeface="Aptos"/>
                <a:ea typeface="Aptos"/>
                <a:cs typeface="Aptos"/>
              </a:defRPr>
            </a:lvl3pPr>
            <a:lvl4pPr>
              <a:defRPr sz="2325" b="1">
                <a:solidFill>
                  <a:srgbClr val="F5F7FB"/>
                </a:solidFill>
                <a:latin typeface="Aptos"/>
                <a:ea typeface="Aptos"/>
                <a:cs typeface="Aptos"/>
              </a:defRPr>
            </a:lvl4pPr>
            <a:lvl5pPr>
              <a:defRPr sz="2325" b="1">
                <a:solidFill>
                  <a:srgbClr val="F5F7FB"/>
                </a:solidFill>
                <a:latin typeface="Aptos"/>
                <a:ea typeface="Aptos"/>
                <a:cs typeface="Aptos"/>
              </a:defRPr>
            </a:lvl5pPr>
            <a:lvl6pPr>
              <a:defRPr sz="2325" b="1">
                <a:solidFill>
                  <a:srgbClr val="F5F7FB"/>
                </a:solidFill>
                <a:latin typeface="Aptos"/>
                <a:ea typeface="Aptos"/>
                <a:cs typeface="Aptos"/>
              </a:defRPr>
            </a:lvl6pPr>
            <a:lvl7pPr>
              <a:defRPr sz="2325" b="1">
                <a:solidFill>
                  <a:srgbClr val="F5F7FB"/>
                </a:solidFill>
                <a:latin typeface="Aptos"/>
                <a:ea typeface="Aptos"/>
                <a:cs typeface="Aptos"/>
              </a:defRPr>
            </a:lvl7pPr>
            <a:lvl8pPr>
              <a:defRPr sz="2325" b="1">
                <a:solidFill>
                  <a:srgbClr val="F5F7FB"/>
                </a:solidFill>
                <a:latin typeface="Aptos"/>
                <a:ea typeface="Aptos"/>
                <a:cs typeface="Aptos"/>
              </a:defRPr>
            </a:lvl8pPr>
            <a:lvl9pPr>
              <a:defRPr sz="2325" b="1">
                <a:solidFill>
                  <a:srgbClr val="F5F7FB"/>
                </a:solidFill>
                <a:latin typeface="Aptos"/>
                <a:ea typeface="Aptos"/>
                <a:cs typeface="Aptos"/>
              </a:defRPr>
            </a:lvl9pPr>
          </a:lstStyle>
          <a:p xmlns:a="http://schemas.openxmlformats.org/drawingml/2006/main">
            <a:pPr>
              <a:defRPr sz="2325" b="1">
                <a:solidFill>
                  <a:srgbClr val="F5F7FB"/>
                </a:solidFill>
                <a:latin typeface="Aptos"/>
                <a:ea typeface="Aptos"/>
                <a:cs typeface="Aptos"/>
              </a:defRPr>
            </a:pPr>
            <a:r>
              <a:rPr sz="2325" b="1">
                <a:solidFill>
                  <a:srgbClr val="F5F7FB"/>
                </a:solidFill>
                <a:latin typeface="Aptos"/>
                <a:ea typeface="Aptos"/>
                <a:cs typeface="Aptos"/>
              </a:rPr>
              <a:t>Continue with the established state-based C++ architecture</a:t>
            </a:r>
          </a:p>
        </p:txBody>
      </p:sp>
      <p:sp>
        <p:nvSpPr>
          <p:cNvPr id="18" name="">
            <a:extLst xmlns:a="http://schemas.openxmlformats.org/drawingml/2006/main">
              <a:ext uri="{FF2B5EF4-FFF2-40B4-BE49-F238E27FC236}">
                <a16:creationId xmlns:a16="http://schemas.microsoft.com/office/drawing/2014/main" id="{70CA5BE2-5099-476D-9D1A-AF72FE38FE00}"/>
              </a:ext>
            </a:extLst>
          </p:cNvPr>
          <p:cNvSpPr>
            <a:spLocks xmlns:a="http://schemas.openxmlformats.org/drawingml/2006/main" noGrp="1"/>
          </p:cNvSpPr>
          <p:nvPr/>
        </p:nvSpPr>
        <p:spPr>
          <a:xfrm xmlns:a="http://schemas.openxmlformats.org/drawingml/2006/main">
            <a:off x="7239000" y="45529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210"/>
          </a:bodyPr>
          <a:lstStyle xmlns:a="http://schemas.openxmlformats.org/drawingml/2006/main">
            <a:defPPr>
              <a:defRPr sz="1350" b="0">
                <a:solidFill>
                  <a:srgbClr val="AAB7CA"/>
                </a:solidFill>
                <a:latin typeface="Aptos"/>
                <a:ea typeface="Aptos"/>
                <a:cs typeface="Aptos"/>
              </a:defRPr>
            </a:defPPr>
            <a:lvl1pPr>
              <a:defRPr sz="1350" b="0">
                <a:solidFill>
                  <a:srgbClr val="AAB7CA"/>
                </a:solidFill>
                <a:latin typeface="Aptos"/>
                <a:ea typeface="Aptos"/>
                <a:cs typeface="Aptos"/>
              </a:defRPr>
            </a:lvl1pPr>
            <a:lvl2pPr>
              <a:defRPr sz="1350" b="0">
                <a:solidFill>
                  <a:srgbClr val="AAB7CA"/>
                </a:solidFill>
                <a:latin typeface="Aptos"/>
                <a:ea typeface="Aptos"/>
                <a:cs typeface="Aptos"/>
              </a:defRPr>
            </a:lvl2pPr>
            <a:lvl3pPr>
              <a:defRPr sz="1350" b="0">
                <a:solidFill>
                  <a:srgbClr val="AAB7CA"/>
                </a:solidFill>
                <a:latin typeface="Aptos"/>
                <a:ea typeface="Aptos"/>
                <a:cs typeface="Aptos"/>
              </a:defRPr>
            </a:lvl3pPr>
            <a:lvl4pPr>
              <a:defRPr sz="1350" b="0">
                <a:solidFill>
                  <a:srgbClr val="AAB7CA"/>
                </a:solidFill>
                <a:latin typeface="Aptos"/>
                <a:ea typeface="Aptos"/>
                <a:cs typeface="Aptos"/>
              </a:defRPr>
            </a:lvl4pPr>
            <a:lvl5pPr>
              <a:defRPr sz="1350" b="0">
                <a:solidFill>
                  <a:srgbClr val="AAB7CA"/>
                </a:solidFill>
                <a:latin typeface="Aptos"/>
                <a:ea typeface="Aptos"/>
                <a:cs typeface="Aptos"/>
              </a:defRPr>
            </a:lvl5pPr>
            <a:lvl6pPr>
              <a:defRPr sz="1350" b="0">
                <a:solidFill>
                  <a:srgbClr val="AAB7CA"/>
                </a:solidFill>
                <a:latin typeface="Aptos"/>
                <a:ea typeface="Aptos"/>
                <a:cs typeface="Aptos"/>
              </a:defRPr>
            </a:lvl6pPr>
            <a:lvl7pPr>
              <a:defRPr sz="1350" b="0">
                <a:solidFill>
                  <a:srgbClr val="AAB7CA"/>
                </a:solidFill>
                <a:latin typeface="Aptos"/>
                <a:ea typeface="Aptos"/>
                <a:cs typeface="Aptos"/>
              </a:defRPr>
            </a:lvl7pPr>
            <a:lvl8pPr>
              <a:defRPr sz="1350" b="0">
                <a:solidFill>
                  <a:srgbClr val="AAB7CA"/>
                </a:solidFill>
                <a:latin typeface="Aptos"/>
                <a:ea typeface="Aptos"/>
                <a:cs typeface="Aptos"/>
              </a:defRPr>
            </a:lvl8pPr>
            <a:lvl9pPr>
              <a:defRPr sz="1350" b="0">
                <a:solidFill>
                  <a:srgbClr val="AAB7CA"/>
                </a:solidFill>
                <a:latin typeface="Aptos"/>
                <a:ea typeface="Aptos"/>
                <a:cs typeface="Aptos"/>
              </a:defRPr>
            </a:lvl9pPr>
          </a:lstStyle>
          <a:p xmlns:a="http://schemas.openxmlformats.org/drawingml/2006/main">
            <a:pPr>
              <a:defRPr sz="1350" b="0">
                <a:solidFill>
                  <a:srgbClr val="AAB7CA"/>
                </a:solidFill>
                <a:latin typeface="Aptos"/>
                <a:ea typeface="Aptos"/>
                <a:cs typeface="Aptos"/>
              </a:defRPr>
            </a:pPr>
            <a:r>
              <a:rPr sz="1350" b="0">
                <a:solidFill>
                  <a:srgbClr val="AAB7CA"/>
                </a:solidFill>
                <a:latin typeface="Aptos"/>
                <a:ea typeface="Aptos"/>
                <a:cs typeface="Aptos"/>
              </a:rPr>
              <a:t>Directly tunable in Unreal</a:t>
            </a:r>
          </a:p>
          <a:p xmlns:a="http://schemas.openxmlformats.org/drawingml/2006/main">
            <a:pPr>
              <a:defRPr sz="1350" b="0">
                <a:solidFill>
                  <a:srgbClr val="AAB7CA"/>
                </a:solidFill>
                <a:latin typeface="Aptos"/>
                <a:ea typeface="Aptos"/>
                <a:cs typeface="Aptos"/>
              </a:defRPr>
            </a:pPr>
            <a:r>
              <a:rPr sz="1350" b="0">
                <a:solidFill>
                  <a:srgbClr val="AAB7CA"/>
                </a:solidFill>
                <a:latin typeface="Aptos"/>
                <a:ea typeface="Aptos"/>
                <a:cs typeface="Aptos"/>
              </a:rPr>
              <a:t>Easier to debug</a:t>
            </a:r>
          </a:p>
          <a:p xmlns:a="http://schemas.openxmlformats.org/drawingml/2006/main">
            <a:pPr>
              <a:defRPr sz="1350" b="0">
                <a:solidFill>
                  <a:srgbClr val="AAB7CA"/>
                </a:solidFill>
                <a:latin typeface="Aptos"/>
                <a:ea typeface="Aptos"/>
                <a:cs typeface="Aptos"/>
              </a:defRPr>
            </a:pPr>
            <a:r>
              <a:rPr sz="1350" b="0">
                <a:solidFill>
                  <a:srgbClr val="AAB7CA"/>
                </a:solidFill>
                <a:latin typeface="Aptos"/>
                <a:ea typeface="Aptos"/>
                <a:cs typeface="Aptos"/>
              </a:rPr>
              <a:t>Achievable within project scope</a:t>
            </a:r>
          </a:p>
        </p:txBody>
      </p:sp>
      <p:sp>
        <p:nvSpPr>
          <p:cNvPr id="19" name="">
            <a:extLst xmlns:a="http://schemas.openxmlformats.org/drawingml/2006/main">
              <a:ext uri="{FF2B5EF4-FFF2-40B4-BE49-F238E27FC236}">
                <a16:creationId xmlns:a16="http://schemas.microsoft.com/office/drawing/2014/main" id="{CF411716-1FF5-4F7E-A710-D38B2274BD7C}"/>
              </a:ext>
            </a:extLst>
          </p:cNvPr>
          <p:cNvSpPr>
            <a:spLocks xmlns:a="http://schemas.openxmlformats.org/drawingml/2006/main" noGrp="1"/>
          </p:cNvSpPr>
          <p:nvPr/>
        </p:nvSpPr>
        <p:spPr>
          <a:xfrm xmlns:a="http://schemas.openxmlformats.org/drawingml/2006/main">
            <a:off x="6429375" y="57340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350" b="0">
                <a:solidFill>
                  <a:srgbClr val="AAB7CA"/>
                </a:solidFill>
                <a:latin typeface="Aptos"/>
                <a:ea typeface="Aptos"/>
                <a:cs typeface="Aptos"/>
              </a:defRPr>
            </a:defPPr>
            <a:lvl1pPr>
              <a:defRPr sz="1350" b="0">
                <a:solidFill>
                  <a:srgbClr val="AAB7CA"/>
                </a:solidFill>
                <a:latin typeface="Aptos"/>
                <a:ea typeface="Aptos"/>
                <a:cs typeface="Aptos"/>
              </a:defRPr>
            </a:lvl1pPr>
            <a:lvl2pPr>
              <a:defRPr sz="1350" b="0">
                <a:solidFill>
                  <a:srgbClr val="AAB7CA"/>
                </a:solidFill>
                <a:latin typeface="Aptos"/>
                <a:ea typeface="Aptos"/>
                <a:cs typeface="Aptos"/>
              </a:defRPr>
            </a:lvl2pPr>
            <a:lvl3pPr>
              <a:defRPr sz="1350" b="0">
                <a:solidFill>
                  <a:srgbClr val="AAB7CA"/>
                </a:solidFill>
                <a:latin typeface="Aptos"/>
                <a:ea typeface="Aptos"/>
                <a:cs typeface="Aptos"/>
              </a:defRPr>
            </a:lvl3pPr>
            <a:lvl4pPr>
              <a:defRPr sz="1350" b="0">
                <a:solidFill>
                  <a:srgbClr val="AAB7CA"/>
                </a:solidFill>
                <a:latin typeface="Aptos"/>
                <a:ea typeface="Aptos"/>
                <a:cs typeface="Aptos"/>
              </a:defRPr>
            </a:lvl4pPr>
            <a:lvl5pPr>
              <a:defRPr sz="1350" b="0">
                <a:solidFill>
                  <a:srgbClr val="AAB7CA"/>
                </a:solidFill>
                <a:latin typeface="Aptos"/>
                <a:ea typeface="Aptos"/>
                <a:cs typeface="Aptos"/>
              </a:defRPr>
            </a:lvl5pPr>
            <a:lvl6pPr>
              <a:defRPr sz="1350" b="0">
                <a:solidFill>
                  <a:srgbClr val="AAB7CA"/>
                </a:solidFill>
                <a:latin typeface="Aptos"/>
                <a:ea typeface="Aptos"/>
                <a:cs typeface="Aptos"/>
              </a:defRPr>
            </a:lvl6pPr>
            <a:lvl7pPr>
              <a:defRPr sz="1350" b="0">
                <a:solidFill>
                  <a:srgbClr val="AAB7CA"/>
                </a:solidFill>
                <a:latin typeface="Aptos"/>
                <a:ea typeface="Aptos"/>
                <a:cs typeface="Aptos"/>
              </a:defRPr>
            </a:lvl7pPr>
            <a:lvl8pPr>
              <a:defRPr sz="1350" b="0">
                <a:solidFill>
                  <a:srgbClr val="AAB7CA"/>
                </a:solidFill>
                <a:latin typeface="Aptos"/>
                <a:ea typeface="Aptos"/>
                <a:cs typeface="Aptos"/>
              </a:defRPr>
            </a:lvl8pPr>
            <a:lvl9pPr>
              <a:defRPr sz="1350" b="0">
                <a:solidFill>
                  <a:srgbClr val="AAB7CA"/>
                </a:solidFill>
                <a:latin typeface="Aptos"/>
                <a:ea typeface="Aptos"/>
                <a:cs typeface="Aptos"/>
              </a:defRPr>
            </a:lvl9pPr>
          </a:lstStyle>
          <a:p xmlns:a="http://schemas.openxmlformats.org/drawingml/2006/main">
            <a:pPr>
              <a:defRPr sz="1350" b="0">
                <a:solidFill>
                  <a:srgbClr val="AAB7CA"/>
                </a:solidFill>
                <a:latin typeface="Aptos"/>
                <a:ea typeface="Aptos"/>
                <a:cs typeface="Aptos"/>
              </a:defRPr>
            </a:pPr>
            <a:r>
              <a:rPr sz="1350" b="0">
                <a:solidFill>
                  <a:srgbClr val="AAB7CA"/>
                </a:solidFill>
                <a:latin typeface="Aptos"/>
                <a:ea typeface="Aptos"/>
                <a:cs typeface="Aptos"/>
              </a:rPr>
              <a:t>Reinforcement learning remains a possible future research direction</a:t>
            </a:r>
          </a:p>
        </p:txBody>
      </p:sp>
    </p:spTree>
    <p:extLst>
      <p:ext uri="{BB962C8B-B14F-4D97-AF65-F5344CB8AC3E}">
        <p14:creationId xmlns:p14="http://schemas.microsoft.com/office/powerpoint/2010/main" val="1338330819"/>
      </p:ext>
    </p:extLst>
  </p:cSld>
</p:sld>
</file>

<file path=ppt/slides/slide11.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959719A-B531-413B-BEEF-35F05388F20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4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90E4B9-5C68-4DEE-A07B-BB9C14C166C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4BA7FF"/>
                </a:solidFill>
                <a:latin typeface="Aptos"/>
                <a:ea typeface="Aptos"/>
                <a:cs typeface="Aptos"/>
              </a:defRPr>
            </a:defPPr>
            <a:lvl1pPr>
              <a:defRPr sz="975" b="1">
                <a:solidFill>
                  <a:srgbClr val="4BA7FF"/>
                </a:solidFill>
                <a:latin typeface="Aptos"/>
                <a:ea typeface="Aptos"/>
                <a:cs typeface="Aptos"/>
              </a:defRPr>
            </a:lvl1pPr>
            <a:lvl2pPr>
              <a:defRPr sz="975" b="1">
                <a:solidFill>
                  <a:srgbClr val="4BA7FF"/>
                </a:solidFill>
                <a:latin typeface="Aptos"/>
                <a:ea typeface="Aptos"/>
                <a:cs typeface="Aptos"/>
              </a:defRPr>
            </a:lvl2pPr>
            <a:lvl3pPr>
              <a:defRPr sz="975" b="1">
                <a:solidFill>
                  <a:srgbClr val="4BA7FF"/>
                </a:solidFill>
                <a:latin typeface="Aptos"/>
                <a:ea typeface="Aptos"/>
                <a:cs typeface="Aptos"/>
              </a:defRPr>
            </a:lvl3pPr>
            <a:lvl4pPr>
              <a:defRPr sz="975" b="1">
                <a:solidFill>
                  <a:srgbClr val="4BA7FF"/>
                </a:solidFill>
                <a:latin typeface="Aptos"/>
                <a:ea typeface="Aptos"/>
                <a:cs typeface="Aptos"/>
              </a:defRPr>
            </a:lvl4pPr>
            <a:lvl5pPr>
              <a:defRPr sz="975" b="1">
                <a:solidFill>
                  <a:srgbClr val="4BA7FF"/>
                </a:solidFill>
                <a:latin typeface="Aptos"/>
                <a:ea typeface="Aptos"/>
                <a:cs typeface="Aptos"/>
              </a:defRPr>
            </a:lvl5pPr>
            <a:lvl6pPr>
              <a:defRPr sz="975" b="1">
                <a:solidFill>
                  <a:srgbClr val="4BA7FF"/>
                </a:solidFill>
                <a:latin typeface="Aptos"/>
                <a:ea typeface="Aptos"/>
                <a:cs typeface="Aptos"/>
              </a:defRPr>
            </a:lvl6pPr>
            <a:lvl7pPr>
              <a:defRPr sz="975" b="1">
                <a:solidFill>
                  <a:srgbClr val="4BA7FF"/>
                </a:solidFill>
                <a:latin typeface="Aptos"/>
                <a:ea typeface="Aptos"/>
                <a:cs typeface="Aptos"/>
              </a:defRPr>
            </a:lvl7pPr>
            <a:lvl8pPr>
              <a:defRPr sz="975" b="1">
                <a:solidFill>
                  <a:srgbClr val="4BA7FF"/>
                </a:solidFill>
                <a:latin typeface="Aptos"/>
                <a:ea typeface="Aptos"/>
                <a:cs typeface="Aptos"/>
              </a:defRPr>
            </a:lvl8pPr>
            <a:lvl9pPr>
              <a:defRPr sz="975" b="1">
                <a:solidFill>
                  <a:srgbClr val="4BA7FF"/>
                </a:solidFill>
                <a:latin typeface="Aptos"/>
                <a:ea typeface="Aptos"/>
                <a:cs typeface="Aptos"/>
              </a:defRPr>
            </a:lvl9pPr>
          </a:lstStyle>
          <a:p xmlns:a="http://schemas.openxmlformats.org/drawingml/2006/main">
            <a:pPr>
              <a:defRPr sz="975" b="1">
                <a:solidFill>
                  <a:srgbClr val="4BA7FF"/>
                </a:solidFill>
                <a:latin typeface="Aptos"/>
                <a:ea typeface="Aptos"/>
                <a:cs typeface="Aptos"/>
              </a:defRPr>
            </a:pPr>
            <a:r>
              <a:rPr sz="975" b="1">
                <a:solidFill>
                  <a:srgbClr val="4BA7FF"/>
                </a:solidFill>
                <a:latin typeface="Aptos"/>
                <a:ea typeface="Aptos"/>
                <a:cs typeface="Aptos"/>
              </a:rPr>
              <a:t>CONCLUSION</a:t>
            </a:r>
          </a:p>
        </p:txBody>
      </p:sp>
      <p:sp>
        <p:nvSpPr>
          <p:cNvPr id="3" name="">
            <a:extLst xmlns:a="http://schemas.openxmlformats.org/drawingml/2006/main">
              <a:ext uri="{FF2B5EF4-FFF2-40B4-BE49-F238E27FC236}">
                <a16:creationId xmlns:a16="http://schemas.microsoft.com/office/drawing/2014/main" id="{FFB7E192-C5F4-4E0A-8630-FCF200B279D8}"/>
              </a:ext>
            </a:extLst>
          </p:cNvPr>
          <p:cNvSpPr>
            <a:spLocks xmlns:a="http://schemas.openxmlformats.org/drawingml/2006/main" noGrp="1"/>
          </p:cNvSpPr>
          <p:nvPr/>
        </p:nvSpPr>
        <p:spPr>
          <a:xfrm xmlns:a="http://schemas.openxmlformats.org/drawingml/2006/main">
            <a:off x="609600" y="6286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2550" b="1">
                <a:solidFill>
                  <a:srgbClr val="F5F7FB"/>
                </a:solidFill>
                <a:latin typeface="Aptos"/>
                <a:ea typeface="Aptos"/>
                <a:cs typeface="Aptos"/>
              </a:defRPr>
            </a:defPPr>
            <a:lvl1pPr>
              <a:defRPr sz="2550" b="1">
                <a:solidFill>
                  <a:srgbClr val="F5F7FB"/>
                </a:solidFill>
                <a:latin typeface="Aptos"/>
                <a:ea typeface="Aptos"/>
                <a:cs typeface="Aptos"/>
              </a:defRPr>
            </a:lvl1pPr>
            <a:lvl2pPr>
              <a:defRPr sz="2550" b="1">
                <a:solidFill>
                  <a:srgbClr val="F5F7FB"/>
                </a:solidFill>
                <a:latin typeface="Aptos"/>
                <a:ea typeface="Aptos"/>
                <a:cs typeface="Aptos"/>
              </a:defRPr>
            </a:lvl2pPr>
            <a:lvl3pPr>
              <a:defRPr sz="2550" b="1">
                <a:solidFill>
                  <a:srgbClr val="F5F7FB"/>
                </a:solidFill>
                <a:latin typeface="Aptos"/>
                <a:ea typeface="Aptos"/>
                <a:cs typeface="Aptos"/>
              </a:defRPr>
            </a:lvl3pPr>
            <a:lvl4pPr>
              <a:defRPr sz="2550" b="1">
                <a:solidFill>
                  <a:srgbClr val="F5F7FB"/>
                </a:solidFill>
                <a:latin typeface="Aptos"/>
                <a:ea typeface="Aptos"/>
                <a:cs typeface="Aptos"/>
              </a:defRPr>
            </a:lvl4pPr>
            <a:lvl5pPr>
              <a:defRPr sz="2550" b="1">
                <a:solidFill>
                  <a:srgbClr val="F5F7FB"/>
                </a:solidFill>
                <a:latin typeface="Aptos"/>
                <a:ea typeface="Aptos"/>
                <a:cs typeface="Aptos"/>
              </a:defRPr>
            </a:lvl5pPr>
            <a:lvl6pPr>
              <a:defRPr sz="2550" b="1">
                <a:solidFill>
                  <a:srgbClr val="F5F7FB"/>
                </a:solidFill>
                <a:latin typeface="Aptos"/>
                <a:ea typeface="Aptos"/>
                <a:cs typeface="Aptos"/>
              </a:defRPr>
            </a:lvl6pPr>
            <a:lvl7pPr>
              <a:defRPr sz="2550" b="1">
                <a:solidFill>
                  <a:srgbClr val="F5F7FB"/>
                </a:solidFill>
                <a:latin typeface="Aptos"/>
                <a:ea typeface="Aptos"/>
                <a:cs typeface="Aptos"/>
              </a:defRPr>
            </a:lvl7pPr>
            <a:lvl8pPr>
              <a:defRPr sz="2550" b="1">
                <a:solidFill>
                  <a:srgbClr val="F5F7FB"/>
                </a:solidFill>
                <a:latin typeface="Aptos"/>
                <a:ea typeface="Aptos"/>
                <a:cs typeface="Aptos"/>
              </a:defRPr>
            </a:lvl8pPr>
            <a:lvl9pPr>
              <a:defRPr sz="2550" b="1">
                <a:solidFill>
                  <a:srgbClr val="F5F7FB"/>
                </a:solidFill>
                <a:latin typeface="Aptos"/>
                <a:ea typeface="Aptos"/>
                <a:cs typeface="Aptos"/>
              </a:defRPr>
            </a:lvl9pPr>
          </a:lstStyle>
          <a:p xmlns:a="http://schemas.openxmlformats.org/drawingml/2006/main">
            <a:pPr>
              <a:defRPr sz="2550" b="1">
                <a:solidFill>
                  <a:srgbClr val="F5F7FB"/>
                </a:solidFill>
                <a:latin typeface="Aptos"/>
                <a:ea typeface="Aptos"/>
                <a:cs typeface="Aptos"/>
              </a:defRPr>
            </a:pPr>
            <a:r>
              <a:rPr sz="2550" b="1">
                <a:solidFill>
                  <a:srgbClr val="F5F7FB"/>
                </a:solidFill>
                <a:latin typeface="Aptos"/>
                <a:ea typeface="Aptos"/>
                <a:cs typeface="Aptos"/>
              </a:rPr>
              <a:t>Strengths, limitations, and next steps</a:t>
            </a:r>
          </a:p>
        </p:txBody>
      </p:sp>
      <p:sp>
        <p:nvSpPr>
          <p:cNvPr id="4" name="">
            <a:extLst xmlns:a="http://schemas.openxmlformats.org/drawingml/2006/main">
              <a:ext uri="{FF2B5EF4-FFF2-40B4-BE49-F238E27FC236}">
                <a16:creationId xmlns:a16="http://schemas.microsoft.com/office/drawing/2014/main" id="{DDBE829A-4335-4D4B-A582-D76BA9E848B7}"/>
              </a:ext>
            </a:extLst>
          </p:cNvPr>
          <p:cNvSpPr>
            <a:spLocks xmlns:a="http://schemas.openxmlformats.org/drawingml/2006/main" noGrp="1"/>
          </p:cNvSpPr>
          <p:nvPr/>
        </p:nvSpPr>
        <p:spPr>
          <a:xfrm xmlns:a="http://schemas.openxmlformats.org/drawingml/2006/main">
            <a:off x="609600" y="1304925"/>
            <a:ext cx="10972800" cy="19050"/>
          </a:xfrm>
          <a:prstGeom xmlns:a="http://schemas.openxmlformats.org/drawingml/2006/main" prst="rect">
            <a:avLst/>
          </a:prstGeom>
          <a:solidFill xmlns:a="http://schemas.openxmlformats.org/drawingml/2006/main">
            <a:srgbClr val="2D405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827A19-F498-48D8-BCD1-70D7DC277BC4}"/>
              </a:ext>
            </a:extLst>
          </p:cNvPr>
          <p:cNvSpPr>
            <a:spLocks xmlns:a="http://schemas.openxmlformats.org/drawingml/2006/main" noGrp="1"/>
          </p:cNvSpPr>
          <p:nvPr/>
        </p:nvSpPr>
        <p:spPr>
          <a:xfrm xmlns:a="http://schemas.openxmlformats.org/drawingml/2006/main">
            <a:off x="11049000" y="63531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defRPr sz="975" b="1">
                <a:solidFill>
                  <a:srgbClr val="AAB7CA"/>
                </a:solidFill>
                <a:latin typeface="Aptos"/>
                <a:ea typeface="Aptos"/>
                <a:cs typeface="Aptos"/>
              </a:defRPr>
            </a:defPPr>
            <a:lvl1pPr>
              <a:defRPr sz="975" b="1">
                <a:solidFill>
                  <a:srgbClr val="AAB7CA"/>
                </a:solidFill>
                <a:latin typeface="Aptos"/>
                <a:ea typeface="Aptos"/>
                <a:cs typeface="Aptos"/>
              </a:defRPr>
            </a:lvl1pPr>
            <a:lvl2pPr>
              <a:defRPr sz="975" b="1">
                <a:solidFill>
                  <a:srgbClr val="AAB7CA"/>
                </a:solidFill>
                <a:latin typeface="Aptos"/>
                <a:ea typeface="Aptos"/>
                <a:cs typeface="Aptos"/>
              </a:defRPr>
            </a:lvl2pPr>
            <a:lvl3pPr>
              <a:defRPr sz="975" b="1">
                <a:solidFill>
                  <a:srgbClr val="AAB7CA"/>
                </a:solidFill>
                <a:latin typeface="Aptos"/>
                <a:ea typeface="Aptos"/>
                <a:cs typeface="Aptos"/>
              </a:defRPr>
            </a:lvl3pPr>
            <a:lvl4pPr>
              <a:defRPr sz="975" b="1">
                <a:solidFill>
                  <a:srgbClr val="AAB7CA"/>
                </a:solidFill>
                <a:latin typeface="Aptos"/>
                <a:ea typeface="Aptos"/>
                <a:cs typeface="Aptos"/>
              </a:defRPr>
            </a:lvl4pPr>
            <a:lvl5pPr>
              <a:defRPr sz="975" b="1">
                <a:solidFill>
                  <a:srgbClr val="AAB7CA"/>
                </a:solidFill>
                <a:latin typeface="Aptos"/>
                <a:ea typeface="Aptos"/>
                <a:cs typeface="Aptos"/>
              </a:defRPr>
            </a:lvl5pPr>
            <a:lvl6pPr>
              <a:defRPr sz="975" b="1">
                <a:solidFill>
                  <a:srgbClr val="AAB7CA"/>
                </a:solidFill>
                <a:latin typeface="Aptos"/>
                <a:ea typeface="Aptos"/>
                <a:cs typeface="Aptos"/>
              </a:defRPr>
            </a:lvl6pPr>
            <a:lvl7pPr>
              <a:defRPr sz="975" b="1">
                <a:solidFill>
                  <a:srgbClr val="AAB7CA"/>
                </a:solidFill>
                <a:latin typeface="Aptos"/>
                <a:ea typeface="Aptos"/>
                <a:cs typeface="Aptos"/>
              </a:defRPr>
            </a:lvl7pPr>
            <a:lvl8pPr>
              <a:defRPr sz="975" b="1">
                <a:solidFill>
                  <a:srgbClr val="AAB7CA"/>
                </a:solidFill>
                <a:latin typeface="Aptos"/>
                <a:ea typeface="Aptos"/>
                <a:cs typeface="Aptos"/>
              </a:defRPr>
            </a:lvl8pPr>
            <a:lvl9pPr>
              <a:defRPr sz="975" b="1">
                <a:solidFill>
                  <a:srgbClr val="AAB7CA"/>
                </a:solidFill>
                <a:latin typeface="Aptos"/>
                <a:ea typeface="Aptos"/>
                <a:cs typeface="Aptos"/>
              </a:defRPr>
            </a:lvl9pPr>
          </a:lstStyle>
          <a:p xmlns:a="http://schemas.openxmlformats.org/drawingml/2006/main">
            <a:pPr>
              <a:defRPr sz="975" b="1">
                <a:solidFill>
                  <a:srgbClr val="AAB7CA"/>
                </a:solidFill>
                <a:latin typeface="Aptos"/>
                <a:ea typeface="Aptos"/>
                <a:cs typeface="Aptos"/>
              </a:defRPr>
            </a:pPr>
            <a:r>
              <a:rPr sz="975" b="1">
                <a:solidFill>
                  <a:srgbClr val="AAB7CA"/>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A2E8ED1F-63D5-4EBD-BF04-634CCD003C96}"/>
              </a:ext>
            </a:extLst>
          </p:cNvPr>
          <p:cNvSpPr>
            <a:spLocks xmlns:a="http://schemas.openxmlformats.org/drawingml/2006/main" noGrp="1"/>
          </p:cNvSpPr>
          <p:nvPr/>
        </p:nvSpPr>
        <p:spPr>
          <a:xfrm xmlns:a="http://schemas.openxmlformats.org/drawingml/2006/main">
            <a:off x="704850" y="17145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defRPr sz="1125" b="1">
                <a:solidFill>
                  <a:srgbClr val="45D483"/>
                </a:solidFill>
                <a:latin typeface="Aptos"/>
                <a:ea typeface="Aptos"/>
                <a:cs typeface="Aptos"/>
              </a:defRPr>
            </a:defPPr>
            <a:lvl1pPr>
              <a:defRPr sz="1125" b="1">
                <a:solidFill>
                  <a:srgbClr val="45D483"/>
                </a:solidFill>
                <a:latin typeface="Aptos"/>
                <a:ea typeface="Aptos"/>
                <a:cs typeface="Aptos"/>
              </a:defRPr>
            </a:lvl1pPr>
            <a:lvl2pPr>
              <a:defRPr sz="1125" b="1">
                <a:solidFill>
                  <a:srgbClr val="45D483"/>
                </a:solidFill>
                <a:latin typeface="Aptos"/>
                <a:ea typeface="Aptos"/>
                <a:cs typeface="Aptos"/>
              </a:defRPr>
            </a:lvl2pPr>
            <a:lvl3pPr>
              <a:defRPr sz="1125" b="1">
                <a:solidFill>
                  <a:srgbClr val="45D483"/>
                </a:solidFill>
                <a:latin typeface="Aptos"/>
                <a:ea typeface="Aptos"/>
                <a:cs typeface="Aptos"/>
              </a:defRPr>
            </a:lvl3pPr>
            <a:lvl4pPr>
              <a:defRPr sz="1125" b="1">
                <a:solidFill>
                  <a:srgbClr val="45D483"/>
                </a:solidFill>
                <a:latin typeface="Aptos"/>
                <a:ea typeface="Aptos"/>
                <a:cs typeface="Aptos"/>
              </a:defRPr>
            </a:lvl4pPr>
            <a:lvl5pPr>
              <a:defRPr sz="1125" b="1">
                <a:solidFill>
                  <a:srgbClr val="45D483"/>
                </a:solidFill>
                <a:latin typeface="Aptos"/>
                <a:ea typeface="Aptos"/>
                <a:cs typeface="Aptos"/>
              </a:defRPr>
            </a:lvl5pPr>
            <a:lvl6pPr>
              <a:defRPr sz="1125" b="1">
                <a:solidFill>
                  <a:srgbClr val="45D483"/>
                </a:solidFill>
                <a:latin typeface="Aptos"/>
                <a:ea typeface="Aptos"/>
                <a:cs typeface="Aptos"/>
              </a:defRPr>
            </a:lvl6pPr>
            <a:lvl7pPr>
              <a:defRPr sz="1125" b="1">
                <a:solidFill>
                  <a:srgbClr val="45D483"/>
                </a:solidFill>
                <a:latin typeface="Aptos"/>
                <a:ea typeface="Aptos"/>
                <a:cs typeface="Aptos"/>
              </a:defRPr>
            </a:lvl7pPr>
            <a:lvl8pPr>
              <a:defRPr sz="1125" b="1">
                <a:solidFill>
                  <a:srgbClr val="45D483"/>
                </a:solidFill>
                <a:latin typeface="Aptos"/>
                <a:ea typeface="Aptos"/>
                <a:cs typeface="Aptos"/>
              </a:defRPr>
            </a:lvl8pPr>
            <a:lvl9pPr>
              <a:defRPr sz="1125" b="1">
                <a:solidFill>
                  <a:srgbClr val="45D483"/>
                </a:solidFill>
                <a:latin typeface="Aptos"/>
                <a:ea typeface="Aptos"/>
                <a:cs typeface="Aptos"/>
              </a:defRPr>
            </a:lvl9pPr>
          </a:lstStyle>
          <a:p xmlns:a="http://schemas.openxmlformats.org/drawingml/2006/main">
            <a:pPr>
              <a:defRPr sz="1125" b="1">
                <a:solidFill>
                  <a:srgbClr val="45D483"/>
                </a:solidFill>
                <a:latin typeface="Aptos"/>
                <a:ea typeface="Aptos"/>
                <a:cs typeface="Aptos"/>
              </a:defRPr>
            </a:pPr>
            <a:r>
              <a:rPr sz="1125" b="1">
                <a:solidFill>
                  <a:srgbClr val="45D483"/>
                </a:solidFill>
                <a:latin typeface="Aptos"/>
                <a:ea typeface="Aptos"/>
                <a:cs typeface="Aptos"/>
              </a:rPr>
              <a:t>CURRENT FOUNDATION</a:t>
            </a:r>
          </a:p>
        </p:txBody>
      </p:sp>
      <p:sp>
        <p:nvSpPr>
          <p:cNvPr id="7" name="">
            <a:extLst xmlns:a="http://schemas.openxmlformats.org/drawingml/2006/main">
              <a:ext uri="{FF2B5EF4-FFF2-40B4-BE49-F238E27FC236}">
                <a16:creationId xmlns:a16="http://schemas.microsoft.com/office/drawing/2014/main" id="{2693CF2B-CA82-469C-9513-40C3939FCB64}"/>
              </a:ext>
            </a:extLst>
          </p:cNvPr>
          <p:cNvSpPr>
            <a:spLocks xmlns:a="http://schemas.openxmlformats.org/drawingml/2006/main" noGrp="1"/>
          </p:cNvSpPr>
          <p:nvPr/>
        </p:nvSpPr>
        <p:spPr>
          <a:xfrm xmlns:a="http://schemas.openxmlformats.org/drawingml/2006/main">
            <a:off x="742950" y="227647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5C49A6-C209-4120-99AC-487980920ECC}"/>
              </a:ext>
            </a:extLst>
          </p:cNvPr>
          <p:cNvSpPr>
            <a:spLocks xmlns:a="http://schemas.openxmlformats.org/drawingml/2006/main" noGrp="1"/>
          </p:cNvSpPr>
          <p:nvPr/>
        </p:nvSpPr>
        <p:spPr>
          <a:xfrm xmlns:a="http://schemas.openxmlformats.org/drawingml/2006/main">
            <a:off x="1009650" y="219075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Explicit states and shared permissions</a:t>
            </a:r>
          </a:p>
        </p:txBody>
      </p:sp>
      <p:sp>
        <p:nvSpPr>
          <p:cNvPr id="9" name="">
            <a:extLst xmlns:a="http://schemas.openxmlformats.org/drawingml/2006/main">
              <a:ext uri="{FF2B5EF4-FFF2-40B4-BE49-F238E27FC236}">
                <a16:creationId xmlns:a16="http://schemas.microsoft.com/office/drawing/2014/main" id="{769E0148-E477-4E80-A965-700B556E7E0C}"/>
              </a:ext>
            </a:extLst>
          </p:cNvPr>
          <p:cNvSpPr>
            <a:spLocks xmlns:a="http://schemas.openxmlformats.org/drawingml/2006/main" noGrp="1"/>
          </p:cNvSpPr>
          <p:nvPr/>
        </p:nvSpPr>
        <p:spPr>
          <a:xfrm xmlns:a="http://schemas.openxmlformats.org/drawingml/2006/main">
            <a:off x="742950" y="29432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1ADAC1-A89E-4300-86B4-CD9A7EDCE088}"/>
              </a:ext>
            </a:extLst>
          </p:cNvPr>
          <p:cNvSpPr>
            <a:spLocks xmlns:a="http://schemas.openxmlformats.org/drawingml/2006/main" noGrp="1"/>
          </p:cNvSpPr>
          <p:nvPr/>
        </p:nvSpPr>
        <p:spPr>
          <a:xfrm xmlns:a="http://schemas.openxmlformats.org/drawingml/2006/main">
            <a:off x="1009650" y="285750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Distinct movement for three enemy types</a:t>
            </a:r>
          </a:p>
        </p:txBody>
      </p:sp>
      <p:sp>
        <p:nvSpPr>
          <p:cNvPr id="11" name="">
            <a:extLst xmlns:a="http://schemas.openxmlformats.org/drawingml/2006/main">
              <a:ext uri="{FF2B5EF4-FFF2-40B4-BE49-F238E27FC236}">
                <a16:creationId xmlns:a16="http://schemas.microsoft.com/office/drawing/2014/main" id="{E9753EF1-E810-42D8-81BE-8658FD6B06EB}"/>
              </a:ext>
            </a:extLst>
          </p:cNvPr>
          <p:cNvSpPr>
            <a:spLocks xmlns:a="http://schemas.openxmlformats.org/drawingml/2006/main" noGrp="1"/>
          </p:cNvSpPr>
          <p:nvPr/>
        </p:nvSpPr>
        <p:spPr>
          <a:xfrm xmlns:a="http://schemas.openxmlformats.org/drawingml/2006/main">
            <a:off x="742950" y="360997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976B91-176B-4979-92BA-E21836B7B996}"/>
              </a:ext>
            </a:extLst>
          </p:cNvPr>
          <p:cNvSpPr>
            <a:spLocks xmlns:a="http://schemas.openxmlformats.org/drawingml/2006/main" noGrp="1"/>
          </p:cNvSpPr>
          <p:nvPr/>
        </p:nvSpPr>
        <p:spPr>
          <a:xfrm xmlns:a="http://schemas.openxmlformats.org/drawingml/2006/main">
            <a:off x="1009650" y="352425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Timer-driven decisions and repeated validation</a:t>
            </a:r>
          </a:p>
        </p:txBody>
      </p:sp>
      <p:sp>
        <p:nvSpPr>
          <p:cNvPr id="13" name="">
            <a:extLst xmlns:a="http://schemas.openxmlformats.org/drawingml/2006/main">
              <a:ext uri="{FF2B5EF4-FFF2-40B4-BE49-F238E27FC236}">
                <a16:creationId xmlns:a16="http://schemas.microsoft.com/office/drawing/2014/main" id="{7E07F511-D809-4B06-86E3-32D7FEF03DD0}"/>
              </a:ext>
            </a:extLst>
          </p:cNvPr>
          <p:cNvSpPr>
            <a:spLocks xmlns:a="http://schemas.openxmlformats.org/drawingml/2006/main" noGrp="1"/>
          </p:cNvSpPr>
          <p:nvPr/>
        </p:nvSpPr>
        <p:spPr>
          <a:xfrm xmlns:a="http://schemas.openxmlformats.org/drawingml/2006/main">
            <a:off x="742950" y="42767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ABD7F0-EE07-4AEC-BCCC-9E5A6450097F}"/>
              </a:ext>
            </a:extLst>
          </p:cNvPr>
          <p:cNvSpPr>
            <a:spLocks xmlns:a="http://schemas.openxmlformats.org/drawingml/2006/main" noGrp="1"/>
          </p:cNvSpPr>
          <p:nvPr/>
        </p:nvSpPr>
        <p:spPr>
          <a:xfrm xmlns:a="http://schemas.openxmlformats.org/drawingml/2006/main">
            <a:off x="1009650" y="419100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C++ rules with Blueprint tuning</a:t>
            </a:r>
          </a:p>
        </p:txBody>
      </p:sp>
      <p:sp>
        <p:nvSpPr>
          <p:cNvPr id="15" name="">
            <a:extLst xmlns:a="http://schemas.openxmlformats.org/drawingml/2006/main">
              <a:ext uri="{FF2B5EF4-FFF2-40B4-BE49-F238E27FC236}">
                <a16:creationId xmlns:a16="http://schemas.microsoft.com/office/drawing/2014/main" id="{A767D371-68A0-4B8C-82BA-2101024C7C2E}"/>
              </a:ext>
            </a:extLst>
          </p:cNvPr>
          <p:cNvSpPr>
            <a:spLocks xmlns:a="http://schemas.openxmlformats.org/drawingml/2006/main" noGrp="1"/>
          </p:cNvSpPr>
          <p:nvPr/>
        </p:nvSpPr>
        <p:spPr>
          <a:xfrm xmlns:a="http://schemas.openxmlformats.org/drawingml/2006/main">
            <a:off x="6667500" y="17145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defRPr sz="1125" b="1">
                <a:solidFill>
                  <a:srgbClr val="FFC857"/>
                </a:solidFill>
                <a:latin typeface="Aptos"/>
                <a:ea typeface="Aptos"/>
                <a:cs typeface="Aptos"/>
              </a:defRPr>
            </a:defPPr>
            <a:lvl1pPr>
              <a:defRPr sz="1125" b="1">
                <a:solidFill>
                  <a:srgbClr val="FFC857"/>
                </a:solidFill>
                <a:latin typeface="Aptos"/>
                <a:ea typeface="Aptos"/>
                <a:cs typeface="Aptos"/>
              </a:defRPr>
            </a:lvl1pPr>
            <a:lvl2pPr>
              <a:defRPr sz="1125" b="1">
                <a:solidFill>
                  <a:srgbClr val="FFC857"/>
                </a:solidFill>
                <a:latin typeface="Aptos"/>
                <a:ea typeface="Aptos"/>
                <a:cs typeface="Aptos"/>
              </a:defRPr>
            </a:lvl2pPr>
            <a:lvl3pPr>
              <a:defRPr sz="1125" b="1">
                <a:solidFill>
                  <a:srgbClr val="FFC857"/>
                </a:solidFill>
                <a:latin typeface="Aptos"/>
                <a:ea typeface="Aptos"/>
                <a:cs typeface="Aptos"/>
              </a:defRPr>
            </a:lvl3pPr>
            <a:lvl4pPr>
              <a:defRPr sz="1125" b="1">
                <a:solidFill>
                  <a:srgbClr val="FFC857"/>
                </a:solidFill>
                <a:latin typeface="Aptos"/>
                <a:ea typeface="Aptos"/>
                <a:cs typeface="Aptos"/>
              </a:defRPr>
            </a:lvl4pPr>
            <a:lvl5pPr>
              <a:defRPr sz="1125" b="1">
                <a:solidFill>
                  <a:srgbClr val="FFC857"/>
                </a:solidFill>
                <a:latin typeface="Aptos"/>
                <a:ea typeface="Aptos"/>
                <a:cs typeface="Aptos"/>
              </a:defRPr>
            </a:lvl5pPr>
            <a:lvl6pPr>
              <a:defRPr sz="1125" b="1">
                <a:solidFill>
                  <a:srgbClr val="FFC857"/>
                </a:solidFill>
                <a:latin typeface="Aptos"/>
                <a:ea typeface="Aptos"/>
                <a:cs typeface="Aptos"/>
              </a:defRPr>
            </a:lvl6pPr>
            <a:lvl7pPr>
              <a:defRPr sz="1125" b="1">
                <a:solidFill>
                  <a:srgbClr val="FFC857"/>
                </a:solidFill>
                <a:latin typeface="Aptos"/>
                <a:ea typeface="Aptos"/>
                <a:cs typeface="Aptos"/>
              </a:defRPr>
            </a:lvl7pPr>
            <a:lvl8pPr>
              <a:defRPr sz="1125" b="1">
                <a:solidFill>
                  <a:srgbClr val="FFC857"/>
                </a:solidFill>
                <a:latin typeface="Aptos"/>
                <a:ea typeface="Aptos"/>
                <a:cs typeface="Aptos"/>
              </a:defRPr>
            </a:lvl8pPr>
            <a:lvl9pPr>
              <a:defRPr sz="1125" b="1">
                <a:solidFill>
                  <a:srgbClr val="FFC857"/>
                </a:solidFill>
                <a:latin typeface="Aptos"/>
                <a:ea typeface="Aptos"/>
                <a:cs typeface="Aptos"/>
              </a:defRPr>
            </a:lvl9pPr>
          </a:lstStyle>
          <a:p xmlns:a="http://schemas.openxmlformats.org/drawingml/2006/main">
            <a:pPr>
              <a:defRPr sz="1125" b="1">
                <a:solidFill>
                  <a:srgbClr val="FFC857"/>
                </a:solidFill>
                <a:latin typeface="Aptos"/>
                <a:ea typeface="Aptos"/>
                <a:cs typeface="Aptos"/>
              </a:defRPr>
            </a:pPr>
            <a:r>
              <a:rPr sz="1125" b="1">
                <a:solidFill>
                  <a:srgbClr val="FFC857"/>
                </a:solidFill>
                <a:latin typeface="Aptos"/>
                <a:ea typeface="Aptos"/>
                <a:cs typeface="Aptos"/>
              </a:rPr>
              <a:t>FUTURE DEVELOPMENT</a:t>
            </a:r>
          </a:p>
        </p:txBody>
      </p:sp>
      <p:sp>
        <p:nvSpPr>
          <p:cNvPr id="16" name="">
            <a:extLst xmlns:a="http://schemas.openxmlformats.org/drawingml/2006/main">
              <a:ext uri="{FF2B5EF4-FFF2-40B4-BE49-F238E27FC236}">
                <a16:creationId xmlns:a16="http://schemas.microsoft.com/office/drawing/2014/main" id="{BDAAE3F8-471A-4A59-8EBB-8704A741C556}"/>
              </a:ext>
            </a:extLst>
          </p:cNvPr>
          <p:cNvSpPr>
            <a:spLocks xmlns:a="http://schemas.openxmlformats.org/drawingml/2006/main" noGrp="1"/>
          </p:cNvSpPr>
          <p:nvPr/>
        </p:nvSpPr>
        <p:spPr>
          <a:xfrm xmlns:a="http://schemas.openxmlformats.org/drawingml/2006/main">
            <a:off x="6705600" y="227647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96E0D2D-8C61-42AA-864A-5EE4184FD597}"/>
              </a:ext>
            </a:extLst>
          </p:cNvPr>
          <p:cNvSpPr>
            <a:spLocks xmlns:a="http://schemas.openxmlformats.org/drawingml/2006/main" noGrp="1"/>
          </p:cNvSpPr>
          <p:nvPr/>
        </p:nvSpPr>
        <p:spPr>
          <a:xfrm xmlns:a="http://schemas.openxmlformats.org/drawingml/2006/main">
            <a:off x="6972300" y="219075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Traversal between separated platforms</a:t>
            </a:r>
          </a:p>
        </p:txBody>
      </p:sp>
      <p:sp>
        <p:nvSpPr>
          <p:cNvPr id="18" name="">
            <a:extLst xmlns:a="http://schemas.openxmlformats.org/drawingml/2006/main">
              <a:ext uri="{FF2B5EF4-FFF2-40B4-BE49-F238E27FC236}">
                <a16:creationId xmlns:a16="http://schemas.microsoft.com/office/drawing/2014/main" id="{9AF8A950-9A44-488E-BC90-E79F1E190396}"/>
              </a:ext>
            </a:extLst>
          </p:cNvPr>
          <p:cNvSpPr>
            <a:spLocks xmlns:a="http://schemas.openxmlformats.org/drawingml/2006/main" noGrp="1"/>
          </p:cNvSpPr>
          <p:nvPr/>
        </p:nvSpPr>
        <p:spPr>
          <a:xfrm xmlns:a="http://schemas.openxmlformats.org/drawingml/2006/main">
            <a:off x="6705600" y="29432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7C5F9D3-CF86-424F-94F8-CDEEA7391161}"/>
              </a:ext>
            </a:extLst>
          </p:cNvPr>
          <p:cNvSpPr>
            <a:spLocks xmlns:a="http://schemas.openxmlformats.org/drawingml/2006/main" noGrp="1"/>
          </p:cNvSpPr>
          <p:nvPr/>
        </p:nvSpPr>
        <p:spPr>
          <a:xfrm xmlns:a="http://schemas.openxmlformats.org/drawingml/2006/main">
            <a:off x="6972300" y="285750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Puzzle-aware sabotage decisions</a:t>
            </a:r>
          </a:p>
        </p:txBody>
      </p:sp>
      <p:sp>
        <p:nvSpPr>
          <p:cNvPr id="20" name="">
            <a:extLst xmlns:a="http://schemas.openxmlformats.org/drawingml/2006/main">
              <a:ext uri="{FF2B5EF4-FFF2-40B4-BE49-F238E27FC236}">
                <a16:creationId xmlns:a16="http://schemas.microsoft.com/office/drawing/2014/main" id="{99BC6267-CE0B-48C0-AB14-6AF48F76EDA3}"/>
              </a:ext>
            </a:extLst>
          </p:cNvPr>
          <p:cNvSpPr>
            <a:spLocks xmlns:a="http://schemas.openxmlformats.org/drawingml/2006/main" noGrp="1"/>
          </p:cNvSpPr>
          <p:nvPr/>
        </p:nvSpPr>
        <p:spPr>
          <a:xfrm xmlns:a="http://schemas.openxmlformats.org/drawingml/2006/main">
            <a:off x="6705600" y="360997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D2D7B62-403E-431B-AD40-E0226A1AF016}"/>
              </a:ext>
            </a:extLst>
          </p:cNvPr>
          <p:cNvSpPr>
            <a:spLocks xmlns:a="http://schemas.openxmlformats.org/drawingml/2006/main" noGrp="1"/>
          </p:cNvSpPr>
          <p:nvPr/>
        </p:nvSpPr>
        <p:spPr>
          <a:xfrm xmlns:a="http://schemas.openxmlformats.org/drawingml/2006/main">
            <a:off x="6972300" y="352425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Cannon-aware tactics</a:t>
            </a:r>
          </a:p>
        </p:txBody>
      </p:sp>
      <p:sp>
        <p:nvSpPr>
          <p:cNvPr id="22" name="">
            <a:extLst xmlns:a="http://schemas.openxmlformats.org/drawingml/2006/main">
              <a:ext uri="{FF2B5EF4-FFF2-40B4-BE49-F238E27FC236}">
                <a16:creationId xmlns:a16="http://schemas.microsoft.com/office/drawing/2014/main" id="{3CD58661-38FE-4B2B-9F3B-759B3C84EA93}"/>
              </a:ext>
            </a:extLst>
          </p:cNvPr>
          <p:cNvSpPr>
            <a:spLocks xmlns:a="http://schemas.openxmlformats.org/drawingml/2006/main" noGrp="1"/>
          </p:cNvSpPr>
          <p:nvPr/>
        </p:nvSpPr>
        <p:spPr>
          <a:xfrm xmlns:a="http://schemas.openxmlformats.org/drawingml/2006/main">
            <a:off x="6705600" y="4276725"/>
            <a:ext cx="114300" cy="114300"/>
          </a:xfrm>
          <a:prstGeom xmlns:a="http://schemas.openxmlformats.org/drawingml/2006/main" prst="ellipse">
            <a:avLst/>
          </a:prstGeom>
          <a:solidFill xmlns:a="http://schemas.openxmlformats.org/drawingml/2006/main">
            <a:srgbClr val="4BA7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FD1CBD0-77B2-4E2D-B4F3-0B2D6E831802}"/>
              </a:ext>
            </a:extLst>
          </p:cNvPr>
          <p:cNvSpPr>
            <a:spLocks xmlns:a="http://schemas.openxmlformats.org/drawingml/2006/main" noGrp="1"/>
          </p:cNvSpPr>
          <p:nvPr/>
        </p:nvSpPr>
        <p:spPr>
          <a:xfrm xmlns:a="http://schemas.openxmlformats.org/drawingml/2006/main">
            <a:off x="6972300" y="419100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575" b="0">
                <a:solidFill>
                  <a:srgbClr val="F5F7FB"/>
                </a:solidFill>
                <a:latin typeface="Aptos"/>
                <a:ea typeface="Aptos"/>
                <a:cs typeface="Aptos"/>
              </a:defRPr>
            </a:defPPr>
            <a:lvl1pPr>
              <a:defRPr sz="1575" b="0">
                <a:solidFill>
                  <a:srgbClr val="F5F7FB"/>
                </a:solidFill>
                <a:latin typeface="Aptos"/>
                <a:ea typeface="Aptos"/>
                <a:cs typeface="Aptos"/>
              </a:defRPr>
            </a:lvl1pPr>
            <a:lvl2pPr>
              <a:defRPr sz="1575" b="0">
                <a:solidFill>
                  <a:srgbClr val="F5F7FB"/>
                </a:solidFill>
                <a:latin typeface="Aptos"/>
                <a:ea typeface="Aptos"/>
                <a:cs typeface="Aptos"/>
              </a:defRPr>
            </a:lvl2pPr>
            <a:lvl3pPr>
              <a:defRPr sz="1575" b="0">
                <a:solidFill>
                  <a:srgbClr val="F5F7FB"/>
                </a:solidFill>
                <a:latin typeface="Aptos"/>
                <a:ea typeface="Aptos"/>
                <a:cs typeface="Aptos"/>
              </a:defRPr>
            </a:lvl3pPr>
            <a:lvl4pPr>
              <a:defRPr sz="1575" b="0">
                <a:solidFill>
                  <a:srgbClr val="F5F7FB"/>
                </a:solidFill>
                <a:latin typeface="Aptos"/>
                <a:ea typeface="Aptos"/>
                <a:cs typeface="Aptos"/>
              </a:defRPr>
            </a:lvl4pPr>
            <a:lvl5pPr>
              <a:defRPr sz="1575" b="0">
                <a:solidFill>
                  <a:srgbClr val="F5F7FB"/>
                </a:solidFill>
                <a:latin typeface="Aptos"/>
                <a:ea typeface="Aptos"/>
                <a:cs typeface="Aptos"/>
              </a:defRPr>
            </a:lvl5pPr>
            <a:lvl6pPr>
              <a:defRPr sz="1575" b="0">
                <a:solidFill>
                  <a:srgbClr val="F5F7FB"/>
                </a:solidFill>
                <a:latin typeface="Aptos"/>
                <a:ea typeface="Aptos"/>
                <a:cs typeface="Aptos"/>
              </a:defRPr>
            </a:lvl6pPr>
            <a:lvl7pPr>
              <a:defRPr sz="1575" b="0">
                <a:solidFill>
                  <a:srgbClr val="F5F7FB"/>
                </a:solidFill>
                <a:latin typeface="Aptos"/>
                <a:ea typeface="Aptos"/>
                <a:cs typeface="Aptos"/>
              </a:defRPr>
            </a:lvl7pPr>
            <a:lvl8pPr>
              <a:defRPr sz="1575" b="0">
                <a:solidFill>
                  <a:srgbClr val="F5F7FB"/>
                </a:solidFill>
                <a:latin typeface="Aptos"/>
                <a:ea typeface="Aptos"/>
                <a:cs typeface="Aptos"/>
              </a:defRPr>
            </a:lvl8pPr>
            <a:lvl9pPr>
              <a:defRPr sz="1575" b="0">
                <a:solidFill>
                  <a:srgbClr val="F5F7FB"/>
                </a:solidFill>
                <a:latin typeface="Aptos"/>
                <a:ea typeface="Aptos"/>
                <a:cs typeface="Aptos"/>
              </a:defRPr>
            </a:lvl9pPr>
          </a:lstStyle>
          <a:p xmlns:a="http://schemas.openxmlformats.org/drawingml/2006/main">
            <a:pPr>
              <a:defRPr sz="1575" b="0">
                <a:solidFill>
                  <a:srgbClr val="F5F7FB"/>
                </a:solidFill>
                <a:latin typeface="Aptos"/>
                <a:ea typeface="Aptos"/>
                <a:cs typeface="Aptos"/>
              </a:defRPr>
            </a:pPr>
            <a:r>
              <a:rPr sz="1575" b="0">
                <a:solidFill>
                  <a:srgbClr val="F5F7FB"/>
                </a:solidFill>
                <a:latin typeface="Aptos"/>
                <a:ea typeface="Aptos"/>
                <a:cs typeface="Aptos"/>
              </a:rPr>
              <a:t>Advanced path planning and networking</a:t>
            </a:r>
          </a:p>
        </p:txBody>
      </p:sp>
      <p:sp>
        <p:nvSpPr>
          <p:cNvPr id="24" name="">
            <a:extLst xmlns:a="http://schemas.openxmlformats.org/drawingml/2006/main">
              <a:ext uri="{FF2B5EF4-FFF2-40B4-BE49-F238E27FC236}">
                <a16:creationId xmlns:a16="http://schemas.microsoft.com/office/drawing/2014/main" id="{05E66114-00C4-471D-8E81-6C898839224B}"/>
              </a:ext>
            </a:extLst>
          </p:cNvPr>
          <p:cNvSpPr>
            <a:spLocks xmlns:a="http://schemas.openxmlformats.org/drawingml/2006/main" noGrp="1"/>
          </p:cNvSpPr>
          <p:nvPr/>
        </p:nvSpPr>
        <p:spPr>
          <a:xfrm xmlns:a="http://schemas.openxmlformats.org/drawingml/2006/main">
            <a:off x="1714500" y="5191125"/>
            <a:ext cx="8763000" cy="781050"/>
          </a:xfrm>
          <a:prstGeom xmlns:a="http://schemas.openxmlformats.org/drawingml/2006/main" prst="roundRect">
            <a:avLst>
              <a:gd name="adj" fmla="val 14634"/>
            </a:avLst>
          </a:prstGeom>
          <a:solidFill xmlns:a="http://schemas.openxmlformats.org/drawingml/2006/main">
            <a:srgbClr val="182A42"/>
          </a:solidFill>
          <a:ln xmlns:a="http://schemas.openxmlformats.org/drawingml/2006/main" w="14288">
            <a:solidFill>
              <a:srgbClr val="4BA7FF"/>
            </a:solidFill>
            <a:prstDash val="solid"/>
          </a:ln>
        </p:spPr>
      </p:sp>
      <p:sp>
        <p:nvSpPr>
          <p:cNvPr id="25" name="">
            <a:extLst xmlns:a="http://schemas.openxmlformats.org/drawingml/2006/main">
              <a:ext uri="{FF2B5EF4-FFF2-40B4-BE49-F238E27FC236}">
                <a16:creationId xmlns:a16="http://schemas.microsoft.com/office/drawing/2014/main" id="{74422028-B67B-4DFF-8ACD-63128F45766F}"/>
              </a:ext>
            </a:extLst>
          </p:cNvPr>
          <p:cNvSpPr>
            <a:spLocks xmlns:a="http://schemas.openxmlformats.org/drawingml/2006/main" noGrp="1"/>
          </p:cNvSpPr>
          <p:nvPr/>
        </p:nvSpPr>
        <p:spPr>
          <a:xfrm xmlns:a="http://schemas.openxmlformats.org/drawingml/2006/main">
            <a:off x="2095500" y="54102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defRPr sz="1800" b="1">
                <a:solidFill>
                  <a:srgbClr val="F5F7FB"/>
                </a:solidFill>
                <a:latin typeface="Aptos"/>
                <a:ea typeface="Aptos"/>
                <a:cs typeface="Aptos"/>
              </a:defRPr>
            </a:defPPr>
            <a:lvl1pPr>
              <a:defRPr sz="1800" b="1">
                <a:solidFill>
                  <a:srgbClr val="F5F7FB"/>
                </a:solidFill>
                <a:latin typeface="Aptos"/>
                <a:ea typeface="Aptos"/>
                <a:cs typeface="Aptos"/>
              </a:defRPr>
            </a:lvl1pPr>
            <a:lvl2pPr>
              <a:defRPr sz="1800" b="1">
                <a:solidFill>
                  <a:srgbClr val="F5F7FB"/>
                </a:solidFill>
                <a:latin typeface="Aptos"/>
                <a:ea typeface="Aptos"/>
                <a:cs typeface="Aptos"/>
              </a:defRPr>
            </a:lvl2pPr>
            <a:lvl3pPr>
              <a:defRPr sz="1800" b="1">
                <a:solidFill>
                  <a:srgbClr val="F5F7FB"/>
                </a:solidFill>
                <a:latin typeface="Aptos"/>
                <a:ea typeface="Aptos"/>
                <a:cs typeface="Aptos"/>
              </a:defRPr>
            </a:lvl3pPr>
            <a:lvl4pPr>
              <a:defRPr sz="1800" b="1">
                <a:solidFill>
                  <a:srgbClr val="F5F7FB"/>
                </a:solidFill>
                <a:latin typeface="Aptos"/>
                <a:ea typeface="Aptos"/>
                <a:cs typeface="Aptos"/>
              </a:defRPr>
            </a:lvl4pPr>
            <a:lvl5pPr>
              <a:defRPr sz="1800" b="1">
                <a:solidFill>
                  <a:srgbClr val="F5F7FB"/>
                </a:solidFill>
                <a:latin typeface="Aptos"/>
                <a:ea typeface="Aptos"/>
                <a:cs typeface="Aptos"/>
              </a:defRPr>
            </a:lvl5pPr>
            <a:lvl6pPr>
              <a:defRPr sz="1800" b="1">
                <a:solidFill>
                  <a:srgbClr val="F5F7FB"/>
                </a:solidFill>
                <a:latin typeface="Aptos"/>
                <a:ea typeface="Aptos"/>
                <a:cs typeface="Aptos"/>
              </a:defRPr>
            </a:lvl6pPr>
            <a:lvl7pPr>
              <a:defRPr sz="1800" b="1">
                <a:solidFill>
                  <a:srgbClr val="F5F7FB"/>
                </a:solidFill>
                <a:latin typeface="Aptos"/>
                <a:ea typeface="Aptos"/>
                <a:cs typeface="Aptos"/>
              </a:defRPr>
            </a:lvl7pPr>
            <a:lvl8pPr>
              <a:defRPr sz="1800" b="1">
                <a:solidFill>
                  <a:srgbClr val="F5F7FB"/>
                </a:solidFill>
                <a:latin typeface="Aptos"/>
                <a:ea typeface="Aptos"/>
                <a:cs typeface="Aptos"/>
              </a:defRPr>
            </a:lvl8pPr>
            <a:lvl9pPr>
              <a:defRPr sz="1800" b="1">
                <a:solidFill>
                  <a:srgbClr val="F5F7FB"/>
                </a:solidFill>
                <a:latin typeface="Aptos"/>
                <a:ea typeface="Aptos"/>
                <a:cs typeface="Aptos"/>
              </a:defRPr>
            </a:lvl9pPr>
          </a:lstStyle>
          <a:p xmlns:a="http://schemas.openxmlformats.org/drawingml/2006/main">
            <a:pPr>
              <a:defRPr sz="1800" b="1">
                <a:solidFill>
                  <a:srgbClr val="F5F7FB"/>
                </a:solidFill>
                <a:latin typeface="Aptos"/>
                <a:ea typeface="Aptos"/>
                <a:cs typeface="Aptos"/>
              </a:defRPr>
            </a:pPr>
            <a:r>
              <a:rPr sz="1800" b="1">
                <a:solidFill>
                  <a:srgbClr val="F5F7FB"/>
                </a:solidFill>
                <a:latin typeface="Aptos"/>
                <a:ea typeface="Aptos"/>
                <a:cs typeface="Aptos"/>
              </a:rPr>
              <a:t>The current system is a stable, debuggable base for more advanced enemy decision-making</a:t>
            </a:r>
          </a:p>
        </p:txBody>
      </p:sp>
    </p:spTree>
    <p:extLst>
      <p:ext uri="{BB962C8B-B14F-4D97-AF65-F5344CB8AC3E}">
        <p14:creationId xmlns:p14="http://schemas.microsoft.com/office/powerpoint/2010/main" val="1835291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2026-10-17T13:53:22.2680000Z</dcterms:created>
  <dcterms:modified xsi:type="dcterms:W3CDTF">2026-10-17T13:53:22.2680000Z</dcterms:modified>
</coreProperties>
</file>